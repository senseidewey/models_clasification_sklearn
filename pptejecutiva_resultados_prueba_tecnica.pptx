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4"/>
    <p:sldMasterId id="2147484159" r:id="rId5"/>
  </p:sldMasterIdLst>
  <p:notesMasterIdLst>
    <p:notesMasterId r:id="rId13"/>
  </p:notesMasterIdLst>
  <p:handoutMasterIdLst>
    <p:handoutMasterId r:id="rId14"/>
  </p:handoutMasterIdLst>
  <p:sldIdLst>
    <p:sldId id="1645" r:id="rId6"/>
    <p:sldId id="1453" r:id="rId7"/>
    <p:sldId id="506" r:id="rId8"/>
    <p:sldId id="1691" r:id="rId9"/>
    <p:sldId id="1692" r:id="rId10"/>
    <p:sldId id="1693" r:id="rId11"/>
    <p:sldId id="1690" r:id="rId12"/>
  </p:sldIdLst>
  <p:sldSz cx="18288000" cy="10287000"/>
  <p:notesSz cx="6797675" cy="9926638"/>
  <p:defaultTextStyle>
    <a:defPPr>
      <a:defRPr lang="uk-UA"/>
    </a:defPPr>
    <a:lvl1pPr algn="l" defTabSz="1370013" rtl="0" eaLnBrk="0" fontAlgn="base" hangingPunct="0">
      <a:spcBef>
        <a:spcPct val="0"/>
      </a:spcBef>
      <a:spcAft>
        <a:spcPct val="0"/>
      </a:spcAft>
      <a:defRPr sz="2700"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1pPr>
    <a:lvl2pPr marL="684213" indent="-227013" algn="l" defTabSz="1370013" rtl="0" eaLnBrk="0" fontAlgn="base" hangingPunct="0">
      <a:spcBef>
        <a:spcPct val="0"/>
      </a:spcBef>
      <a:spcAft>
        <a:spcPct val="0"/>
      </a:spcAft>
      <a:defRPr sz="2700"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2pPr>
    <a:lvl3pPr marL="1370013" indent="-455613" algn="l" defTabSz="1370013" rtl="0" eaLnBrk="0" fontAlgn="base" hangingPunct="0">
      <a:spcBef>
        <a:spcPct val="0"/>
      </a:spcBef>
      <a:spcAft>
        <a:spcPct val="0"/>
      </a:spcAft>
      <a:defRPr sz="2700"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3pPr>
    <a:lvl4pPr marL="2055813" indent="-684213" algn="l" defTabSz="1370013" rtl="0" eaLnBrk="0" fontAlgn="base" hangingPunct="0">
      <a:spcBef>
        <a:spcPct val="0"/>
      </a:spcBef>
      <a:spcAft>
        <a:spcPct val="0"/>
      </a:spcAft>
      <a:defRPr sz="2700"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4pPr>
    <a:lvl5pPr marL="2741613" indent="-912813" algn="l" defTabSz="1370013" rtl="0" eaLnBrk="0" fontAlgn="base" hangingPunct="0">
      <a:spcBef>
        <a:spcPct val="0"/>
      </a:spcBef>
      <a:spcAft>
        <a:spcPct val="0"/>
      </a:spcAft>
      <a:defRPr sz="2700"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5pPr>
    <a:lvl6pPr marL="2286000" algn="l" defTabSz="914400" rtl="0" eaLnBrk="1" latinLnBrk="0" hangingPunct="1">
      <a:defRPr sz="2700"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6pPr>
    <a:lvl7pPr marL="2743200" algn="l" defTabSz="914400" rtl="0" eaLnBrk="1" latinLnBrk="0" hangingPunct="1">
      <a:defRPr sz="2700"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7pPr>
    <a:lvl8pPr marL="3200400" algn="l" defTabSz="914400" rtl="0" eaLnBrk="1" latinLnBrk="0" hangingPunct="1">
      <a:defRPr sz="2700"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8pPr>
    <a:lvl9pPr marL="3657600" algn="l" defTabSz="914400" rtl="0" eaLnBrk="1" latinLnBrk="0" hangingPunct="1">
      <a:defRPr sz="2700"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upita Arrese Alcala" initials="" lastIdx="16" clrIdx="0"/>
  <p:cmAuthor id="2" name="oe" initials="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879B"/>
    <a:srgbClr val="000000"/>
    <a:srgbClr val="23AAD5"/>
    <a:srgbClr val="64D4EA"/>
    <a:srgbClr val="4CCCE6"/>
    <a:srgbClr val="6CD5EA"/>
    <a:srgbClr val="2BC3E1"/>
    <a:srgbClr val="57CF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29" autoAdjust="0"/>
    <p:restoredTop sz="96054" autoAdjust="0"/>
  </p:normalViewPr>
  <p:slideViewPr>
    <p:cSldViewPr snapToGrid="0">
      <p:cViewPr varScale="1">
        <p:scale>
          <a:sx n="71" d="100"/>
          <a:sy n="71" d="100"/>
        </p:scale>
        <p:origin x="852" y="84"/>
      </p:cViewPr>
      <p:guideLst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2" d="100"/>
        <a:sy n="62" d="100"/>
      </p:scale>
      <p:origin x="0" y="-22038"/>
    </p:cViewPr>
  </p:sorterViewPr>
  <p:notesViewPr>
    <p:cSldViewPr snapToGrid="0">
      <p:cViewPr varScale="1">
        <p:scale>
          <a:sx n="78" d="100"/>
          <a:sy n="78" d="100"/>
        </p:scale>
        <p:origin x="4062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commentAuthors" Target="commentAuthors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8E1F4C7F-388B-A2B0-7C36-E33AE79A9A2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1371408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3C47B62-5339-DC25-2CBF-866237778F6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1371408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A31E608E-9EB2-48B9-AA85-ACF4ED744870}" type="datetimeFigureOut">
              <a:rPr lang="es-ES"/>
              <a:pPr>
                <a:defRPr/>
              </a:pPr>
              <a:t>02/07/2026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C72AEE6-2F5A-CED7-72EB-69ECF717D6D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1371408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7604EE2-CA2F-C70E-27AF-A0BE16B527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defTabSz="1371408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5E6873B-FFB1-443D-8B66-2B00DEB4A759}" type="slidenum">
              <a:rPr lang="es-ES"/>
              <a:pPr>
                <a:defRPr/>
              </a:pPr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C4C56BE-18E9-0BD1-A0CE-44A6EB9655A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1371408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uk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44FE71-97FB-7537-B281-1E457B46CEA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1371408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96FB9056-A098-47B2-933B-F0534494F41A}" type="datetimeFigureOut">
              <a:rPr lang="uk-UA"/>
              <a:pPr>
                <a:defRPr/>
              </a:pPr>
              <a:t>02.07.2026</a:t>
            </a:fld>
            <a:endParaRPr lang="uk-UA" dirty="0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DBEF26B-13EC-009F-6494-A204984B5A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uk-UA" noProof="0"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B81899E-0868-1C26-7F02-7A7D6EDFDF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uk-UA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C24798-1735-3B70-7849-29C40887E39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1371408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9BDB1B-1099-78E6-346E-F9296A4704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defTabSz="1371408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A6FC957B-A106-438A-A899-032102D98359}" type="slidenum">
              <a:rPr lang="uk-UA"/>
              <a:pPr>
                <a:defRPr/>
              </a:pPr>
              <a:t>‹Nº›</a:t>
            </a:fld>
            <a:endParaRPr lang="uk-UA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9128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5613" algn="l" defTabSz="9128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2813" algn="l" defTabSz="9128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013" algn="l" defTabSz="9128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213" algn="l" defTabSz="9128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680" algn="l" defTabSz="91427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15" algn="l" defTabSz="91427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952" algn="l" defTabSz="91427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087" algn="l" defTabSz="91427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G-SLIDE OPT-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696AD36-5DEB-D80D-EA38-3A768644869A}"/>
              </a:ext>
            </a:extLst>
          </p:cNvPr>
          <p:cNvCxnSpPr/>
          <p:nvPr userDrawn="1"/>
        </p:nvCxnSpPr>
        <p:spPr>
          <a:xfrm>
            <a:off x="704850" y="685800"/>
            <a:ext cx="0" cy="1028700"/>
          </a:xfrm>
          <a:prstGeom prst="line">
            <a:avLst/>
          </a:prstGeom>
          <a:ln w="63500">
            <a:solidFill>
              <a:schemeClr val="accent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76300" y="571412"/>
            <a:ext cx="5448301" cy="1322399"/>
          </a:xfrm>
          <a:prstGeom prst="rect">
            <a:avLst/>
          </a:prstGeom>
          <a:noFill/>
        </p:spPr>
        <p:txBody>
          <a:bodyPr wrap="square" lIns="91428" tIns="45713" rIns="91428" bIns="45713" rtlCol="0">
            <a:spAutoFit/>
          </a:bodyPr>
          <a:lstStyle>
            <a:lvl1pPr>
              <a:defRPr lang="uk-UA" sz="4400" b="1">
                <a:solidFill>
                  <a:srgbClr val="219BC3"/>
                </a:solidFill>
                <a:latin typeface="+mn-lt"/>
                <a:ea typeface="Roboto Condensed" panose="02000000000000000000" pitchFamily="2" charset="0"/>
                <a:cs typeface="+mn-cs"/>
              </a:defRPr>
            </a:lvl1pPr>
          </a:lstStyle>
          <a:p>
            <a:pPr lvl="0"/>
            <a:r>
              <a:rPr lang="es-ES" noProof="0"/>
              <a:t>Haga clic para modificar el estilo de título del patrón</a:t>
            </a:r>
            <a:endParaRPr lang="es-ES_tradnl" noProof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0" y="2400300"/>
            <a:ext cx="9144000" cy="5486400"/>
          </a:xfrm>
          <a:prstGeom prst="rect">
            <a:avLst/>
          </a:prstGeom>
        </p:spPr>
        <p:txBody>
          <a:bodyPr lIns="91428" tIns="45713" rIns="91428" bIns="45713"/>
          <a:lstStyle/>
          <a:p>
            <a:pPr lvl="0"/>
            <a:endParaRPr lang="es-ES_tradnl" noProof="0"/>
          </a:p>
        </p:txBody>
      </p:sp>
    </p:spTree>
    <p:extLst>
      <p:ext uri="{BB962C8B-B14F-4D97-AF65-F5344CB8AC3E}">
        <p14:creationId xmlns:p14="http://schemas.microsoft.com/office/powerpoint/2010/main" val="886933788"/>
      </p:ext>
    </p:extLst>
  </p:cSld>
  <p:clrMapOvr>
    <a:masterClrMapping/>
  </p:clrMapOvr>
  <p:transition spd="slow">
    <p:fade/>
  </p:transition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OPT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29E6DEE-0790-B440-F495-ABCBC7EC4869}"/>
              </a:ext>
            </a:extLst>
          </p:cNvPr>
          <p:cNvCxnSpPr/>
          <p:nvPr userDrawn="1"/>
        </p:nvCxnSpPr>
        <p:spPr>
          <a:xfrm>
            <a:off x="704850" y="685800"/>
            <a:ext cx="0" cy="1028700"/>
          </a:xfrm>
          <a:prstGeom prst="line">
            <a:avLst/>
          </a:prstGeom>
          <a:ln w="63500">
            <a:solidFill>
              <a:schemeClr val="accent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76300" y="571412"/>
            <a:ext cx="5448301" cy="1322399"/>
          </a:xfrm>
          <a:prstGeom prst="rect">
            <a:avLst/>
          </a:prstGeom>
          <a:noFill/>
        </p:spPr>
        <p:txBody>
          <a:bodyPr wrap="square" lIns="91428" tIns="45713" rIns="91428" bIns="45713" rtlCol="0">
            <a:spAutoFit/>
          </a:bodyPr>
          <a:lstStyle>
            <a:lvl1pPr>
              <a:defRPr lang="uk-UA" sz="4400" b="1">
                <a:solidFill>
                  <a:srgbClr val="219BC3"/>
                </a:solidFill>
                <a:latin typeface="+mn-lt"/>
                <a:ea typeface="Roboto Condensed" panose="02000000000000000000" pitchFamily="2" charset="0"/>
                <a:cs typeface="+mn-cs"/>
              </a:defRPr>
            </a:lvl1pPr>
          </a:lstStyle>
          <a:p>
            <a:pPr lvl="0"/>
            <a:r>
              <a:rPr lang="es-ES" noProof="0"/>
              <a:t>Haga clic para modificar el estilo de título del patrón</a:t>
            </a:r>
            <a:endParaRPr lang="es-ES_tradnl" noProof="0" dirty="0"/>
          </a:p>
        </p:txBody>
      </p:sp>
      <p:sp>
        <p:nvSpPr>
          <p:cNvPr id="11" name="Picture Placeholder 12"/>
          <p:cNvSpPr>
            <a:spLocks noGrp="1"/>
          </p:cNvSpPr>
          <p:nvPr>
            <p:ph type="pic" sz="quarter" idx="11"/>
          </p:nvPr>
        </p:nvSpPr>
        <p:spPr>
          <a:xfrm>
            <a:off x="2532888" y="2587752"/>
            <a:ext cx="2706624" cy="2706624"/>
          </a:xfrm>
          <a:prstGeom prst="roundRect">
            <a:avLst/>
          </a:prstGeom>
          <a:ln w="25400">
            <a:solidFill>
              <a:schemeClr val="accent1"/>
            </a:solidFill>
          </a:ln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</p:spTree>
    <p:extLst>
      <p:ext uri="{BB962C8B-B14F-4D97-AF65-F5344CB8AC3E}">
        <p14:creationId xmlns:p14="http://schemas.microsoft.com/office/powerpoint/2010/main" val="3088788162"/>
      </p:ext>
    </p:extLst>
  </p:cSld>
  <p:clrMapOvr>
    <a:masterClrMapping/>
  </p:clrMapOvr>
  <p:transition spd="slow">
    <p:fade/>
  </p:transition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OPT-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AF6826E-85ED-A94F-874C-6A551D9B0611}"/>
              </a:ext>
            </a:extLst>
          </p:cNvPr>
          <p:cNvCxnSpPr/>
          <p:nvPr userDrawn="1"/>
        </p:nvCxnSpPr>
        <p:spPr>
          <a:xfrm>
            <a:off x="704850" y="685800"/>
            <a:ext cx="0" cy="1028700"/>
          </a:xfrm>
          <a:prstGeom prst="line">
            <a:avLst/>
          </a:prstGeom>
          <a:ln w="63500">
            <a:solidFill>
              <a:schemeClr val="accent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76300" y="571412"/>
            <a:ext cx="5448301" cy="1322399"/>
          </a:xfrm>
          <a:prstGeom prst="rect">
            <a:avLst/>
          </a:prstGeom>
          <a:noFill/>
        </p:spPr>
        <p:txBody>
          <a:bodyPr wrap="square" lIns="91428" tIns="45713" rIns="91428" bIns="45713" rtlCol="0">
            <a:spAutoFit/>
          </a:bodyPr>
          <a:lstStyle>
            <a:lvl1pPr>
              <a:defRPr lang="uk-UA" sz="4400" b="1">
                <a:solidFill>
                  <a:srgbClr val="219BC3"/>
                </a:solidFill>
                <a:latin typeface="+mn-lt"/>
                <a:ea typeface="Roboto Condensed" panose="02000000000000000000" pitchFamily="2" charset="0"/>
                <a:cs typeface="+mn-cs"/>
              </a:defRPr>
            </a:lvl1pPr>
          </a:lstStyle>
          <a:p>
            <a:pPr lvl="0"/>
            <a:r>
              <a:rPr lang="es-ES" noProof="0"/>
              <a:t>Haga clic para modificar el estilo de título del patrón</a:t>
            </a:r>
            <a:endParaRPr lang="es-ES_tradnl" noProof="0"/>
          </a:p>
        </p:txBody>
      </p:sp>
      <p:sp>
        <p:nvSpPr>
          <p:cNvPr id="11" name="Picture Placeholder 12"/>
          <p:cNvSpPr>
            <a:spLocks noGrp="1"/>
          </p:cNvSpPr>
          <p:nvPr>
            <p:ph type="pic" sz="quarter" idx="11"/>
          </p:nvPr>
        </p:nvSpPr>
        <p:spPr>
          <a:xfrm>
            <a:off x="3337560" y="2935224"/>
            <a:ext cx="1591056" cy="1591056"/>
          </a:xfrm>
          <a:prstGeom prst="roundRect">
            <a:avLst/>
          </a:prstGeom>
          <a:ln w="25400">
            <a:solidFill>
              <a:schemeClr val="accent1"/>
            </a:solidFill>
          </a:ln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  <p:sp>
        <p:nvSpPr>
          <p:cNvPr id="10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3337560" y="5980176"/>
            <a:ext cx="1591056" cy="1591056"/>
          </a:xfrm>
          <a:prstGeom prst="roundRect">
            <a:avLst/>
          </a:prstGeom>
          <a:ln w="25400">
            <a:solidFill>
              <a:schemeClr val="accent1"/>
            </a:solidFill>
          </a:ln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9811512" y="2935224"/>
            <a:ext cx="1591056" cy="1591056"/>
          </a:xfrm>
          <a:prstGeom prst="roundRect">
            <a:avLst/>
          </a:prstGeom>
          <a:ln w="25400">
            <a:solidFill>
              <a:schemeClr val="accent1"/>
            </a:solidFill>
          </a:ln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9811512" y="5981700"/>
            <a:ext cx="1591056" cy="1591056"/>
          </a:xfrm>
          <a:prstGeom prst="roundRect">
            <a:avLst/>
          </a:prstGeom>
          <a:ln w="25400">
            <a:solidFill>
              <a:schemeClr val="accent1"/>
            </a:solidFill>
          </a:ln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</p:spTree>
    <p:extLst>
      <p:ext uri="{BB962C8B-B14F-4D97-AF65-F5344CB8AC3E}">
        <p14:creationId xmlns:p14="http://schemas.microsoft.com/office/powerpoint/2010/main" val="3010576904"/>
      </p:ext>
    </p:extLst>
  </p:cSld>
  <p:clrMapOvr>
    <a:masterClrMapping/>
  </p:clrMapOvr>
  <p:transition spd="slow">
    <p:fade/>
  </p:transition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OPT-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B737964-B40B-BE1F-EF7A-B96BAE5A3883}"/>
              </a:ext>
            </a:extLst>
          </p:cNvPr>
          <p:cNvCxnSpPr/>
          <p:nvPr userDrawn="1"/>
        </p:nvCxnSpPr>
        <p:spPr>
          <a:xfrm>
            <a:off x="704850" y="685800"/>
            <a:ext cx="0" cy="1028700"/>
          </a:xfrm>
          <a:prstGeom prst="line">
            <a:avLst/>
          </a:prstGeom>
          <a:ln w="63500">
            <a:solidFill>
              <a:schemeClr val="accent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76300" y="571412"/>
            <a:ext cx="5448301" cy="1322399"/>
          </a:xfrm>
          <a:prstGeom prst="rect">
            <a:avLst/>
          </a:prstGeom>
          <a:noFill/>
        </p:spPr>
        <p:txBody>
          <a:bodyPr wrap="square" lIns="91428" tIns="45713" rIns="91428" bIns="45713" rtlCol="0">
            <a:spAutoFit/>
          </a:bodyPr>
          <a:lstStyle>
            <a:lvl1pPr>
              <a:defRPr lang="uk-UA" sz="4400" b="1">
                <a:solidFill>
                  <a:srgbClr val="219BC3"/>
                </a:solidFill>
                <a:latin typeface="+mn-lt"/>
                <a:ea typeface="Roboto Condensed" panose="02000000000000000000" pitchFamily="2" charset="0"/>
                <a:cs typeface="+mn-cs"/>
              </a:defRPr>
            </a:lvl1pPr>
          </a:lstStyle>
          <a:p>
            <a:pPr lvl="0"/>
            <a:r>
              <a:rPr lang="es-ES" noProof="0"/>
              <a:t>Haga clic para modificar el estilo de título del patrón</a:t>
            </a:r>
            <a:endParaRPr lang="es-ES_tradnl" noProof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2286000" y="2404872"/>
            <a:ext cx="1828800" cy="1828800"/>
          </a:xfrm>
          <a:prstGeom prst="rect">
            <a:avLst/>
          </a:prstGeom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  <p:sp>
        <p:nvSpPr>
          <p:cNvPr id="10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2286000" y="4233672"/>
            <a:ext cx="1828800" cy="1828800"/>
          </a:xfrm>
          <a:prstGeom prst="rect">
            <a:avLst/>
          </a:prstGeom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  <p:sp>
        <p:nvSpPr>
          <p:cNvPr id="11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2286000" y="6062472"/>
            <a:ext cx="1828800" cy="1828800"/>
          </a:xfrm>
          <a:prstGeom prst="rect">
            <a:avLst/>
          </a:prstGeom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  <p:sp>
        <p:nvSpPr>
          <p:cNvPr id="12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4114800" y="2404872"/>
            <a:ext cx="1828800" cy="1828800"/>
          </a:xfrm>
          <a:prstGeom prst="rect">
            <a:avLst/>
          </a:prstGeom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  <p:sp>
        <p:nvSpPr>
          <p:cNvPr id="14" name="Picture Placeholder 5"/>
          <p:cNvSpPr>
            <a:spLocks noGrp="1"/>
          </p:cNvSpPr>
          <p:nvPr>
            <p:ph type="pic" sz="quarter" idx="16"/>
          </p:nvPr>
        </p:nvSpPr>
        <p:spPr>
          <a:xfrm>
            <a:off x="4114800" y="6062472"/>
            <a:ext cx="1828800" cy="1828800"/>
          </a:xfrm>
          <a:prstGeom prst="rect">
            <a:avLst/>
          </a:prstGeom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  <p:sp>
        <p:nvSpPr>
          <p:cNvPr id="15" name="Picture Placeholder 5"/>
          <p:cNvSpPr>
            <a:spLocks noGrp="1"/>
          </p:cNvSpPr>
          <p:nvPr>
            <p:ph type="pic" sz="quarter" idx="17"/>
          </p:nvPr>
        </p:nvSpPr>
        <p:spPr>
          <a:xfrm>
            <a:off x="5943600" y="2404872"/>
            <a:ext cx="1828800" cy="1828800"/>
          </a:xfrm>
          <a:prstGeom prst="rect">
            <a:avLst/>
          </a:prstGeom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  <p:sp>
        <p:nvSpPr>
          <p:cNvPr id="16" name="Picture Placeholder 5"/>
          <p:cNvSpPr>
            <a:spLocks noGrp="1"/>
          </p:cNvSpPr>
          <p:nvPr>
            <p:ph type="pic" sz="quarter" idx="18"/>
          </p:nvPr>
        </p:nvSpPr>
        <p:spPr>
          <a:xfrm>
            <a:off x="5943600" y="4233672"/>
            <a:ext cx="1828800" cy="1828800"/>
          </a:xfrm>
          <a:prstGeom prst="rect">
            <a:avLst/>
          </a:prstGeom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  <p:sp>
        <p:nvSpPr>
          <p:cNvPr id="17" name="Picture Placeholder 5"/>
          <p:cNvSpPr>
            <a:spLocks noGrp="1"/>
          </p:cNvSpPr>
          <p:nvPr>
            <p:ph type="pic" sz="quarter" idx="19"/>
          </p:nvPr>
        </p:nvSpPr>
        <p:spPr>
          <a:xfrm>
            <a:off x="5943600" y="6062472"/>
            <a:ext cx="1828800" cy="1828800"/>
          </a:xfrm>
          <a:prstGeom prst="rect">
            <a:avLst/>
          </a:prstGeom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</p:spTree>
    <p:extLst>
      <p:ext uri="{BB962C8B-B14F-4D97-AF65-F5344CB8AC3E}">
        <p14:creationId xmlns:p14="http://schemas.microsoft.com/office/powerpoint/2010/main" val="2487257936"/>
      </p:ext>
    </p:extLst>
  </p:cSld>
  <p:clrMapOvr>
    <a:masterClrMapping/>
  </p:clrMapOvr>
  <p:transition spd="slow">
    <p:fade/>
  </p:transition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2106554"/>
      </p:ext>
    </p:extLst>
  </p:cSld>
  <p:clrMapOvr>
    <a:masterClrMapping/>
  </p:clrMapOvr>
  <p:transition spd="slow">
    <p:fade/>
  </p:transition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9">
            <a:extLst>
              <a:ext uri="{FF2B5EF4-FFF2-40B4-BE49-F238E27FC236}">
                <a16:creationId xmlns:a16="http://schemas.microsoft.com/office/drawing/2014/main" id="{B248BEE2-3F2F-AFCD-CE4D-CEBCF45BE693}"/>
              </a:ext>
            </a:extLst>
          </p:cNvPr>
          <p:cNvCxnSpPr/>
          <p:nvPr userDrawn="1"/>
        </p:nvCxnSpPr>
        <p:spPr>
          <a:xfrm>
            <a:off x="704850" y="685800"/>
            <a:ext cx="0" cy="1028700"/>
          </a:xfrm>
          <a:prstGeom prst="line">
            <a:avLst/>
          </a:prstGeom>
          <a:ln w="63500">
            <a:solidFill>
              <a:schemeClr val="accent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76300" y="571412"/>
            <a:ext cx="5448301" cy="1322399"/>
          </a:xfrm>
          <a:prstGeom prst="rect">
            <a:avLst/>
          </a:prstGeom>
          <a:noFill/>
        </p:spPr>
        <p:txBody>
          <a:bodyPr wrap="square" lIns="91428" tIns="45713" rIns="91428" bIns="45713" rtlCol="0">
            <a:spAutoFit/>
          </a:bodyPr>
          <a:lstStyle>
            <a:lvl1pPr>
              <a:defRPr lang="uk-UA" sz="4400" b="1">
                <a:solidFill>
                  <a:srgbClr val="219BC3"/>
                </a:solidFill>
                <a:latin typeface="+mn-lt"/>
                <a:ea typeface="Roboto Condensed" panose="02000000000000000000" pitchFamily="2" charset="0"/>
                <a:cs typeface="+mn-cs"/>
              </a:defRPr>
            </a:lvl1pPr>
          </a:lstStyle>
          <a:p>
            <a:pPr lvl="0"/>
            <a:r>
              <a:rPr lang="es-ES" noProof="0"/>
              <a:t>Haga clic para modificar el estilo de título del patrón</a:t>
            </a:r>
            <a:endParaRPr lang="es-ES_tradnl" noProof="0"/>
          </a:p>
        </p:txBody>
      </p:sp>
    </p:spTree>
    <p:extLst>
      <p:ext uri="{BB962C8B-B14F-4D97-AF65-F5344CB8AC3E}">
        <p14:creationId xmlns:p14="http://schemas.microsoft.com/office/powerpoint/2010/main" val="1732316526"/>
      </p:ext>
    </p:extLst>
  </p:cSld>
  <p:clrMapOvr>
    <a:masterClrMapping/>
  </p:clrMapOvr>
  <p:transition spd="slow">
    <p:fade/>
  </p:transition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54762"/>
      </p:ext>
    </p:extLst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18075F0-6AED-C054-F12F-06362128158E}"/>
              </a:ext>
            </a:extLst>
          </p:cNvPr>
          <p:cNvCxnSpPr/>
          <p:nvPr userDrawn="1"/>
        </p:nvCxnSpPr>
        <p:spPr>
          <a:xfrm>
            <a:off x="16744950" y="9186863"/>
            <a:ext cx="0" cy="742950"/>
          </a:xfrm>
          <a:prstGeom prst="line">
            <a:avLst/>
          </a:prstGeom>
          <a:ln w="63500">
            <a:solidFill>
              <a:schemeClr val="accent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8">
            <a:extLst>
              <a:ext uri="{FF2B5EF4-FFF2-40B4-BE49-F238E27FC236}">
                <a16:creationId xmlns:a16="http://schemas.microsoft.com/office/drawing/2014/main" id="{1B901EBF-4825-A95E-EC56-329628BEAA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092613" y="9072563"/>
            <a:ext cx="1733550" cy="923925"/>
          </a:xfrm>
          <a:prstGeom prst="rect">
            <a:avLst/>
          </a:prstGeom>
          <a:noFill/>
        </p:spPr>
        <p:txBody>
          <a:bodyPr wrap="square" lIns="91428" tIns="45713" rIns="91428" bIns="45713" rtlCol="0">
            <a:spAutoFit/>
          </a:bodyPr>
          <a:lstStyle>
            <a:lvl1pPr defTabSz="1371408" eaLnBrk="1" fontAlgn="auto" hangingPunct="1">
              <a:spcBef>
                <a:spcPts val="0"/>
              </a:spcBef>
              <a:spcAft>
                <a:spcPts val="0"/>
              </a:spcAft>
              <a:defRPr lang="uk-UA" sz="2700" b="1">
                <a:solidFill>
                  <a:schemeClr val="accent2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s-ES_tradnl"/>
              <a:t>Pag.</a:t>
            </a:r>
          </a:p>
          <a:p>
            <a:pPr>
              <a:defRPr/>
            </a:pPr>
            <a:fld id="{FA9C9AF5-69E5-4385-8F21-95F0D618BF93}" type="slidenum">
              <a:rPr lang="es-ES_tradnl"/>
              <a:pPr>
                <a:defRPr/>
              </a:pPr>
              <a:t>‹Nº›</a:t>
            </a:fld>
            <a:endParaRPr lang="es-ES_trad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94" r:id="rId1"/>
    <p:sldLayoutId id="2147484195" r:id="rId2"/>
    <p:sldLayoutId id="2147484196" r:id="rId3"/>
    <p:sldLayoutId id="2147484197" r:id="rId4"/>
    <p:sldLayoutId id="2147484198" r:id="rId5"/>
    <p:sldLayoutId id="2147484199" r:id="rId6"/>
  </p:sldLayoutIdLst>
  <p:transition spd="slow">
    <p:fade/>
  </p:transition>
  <p:txStyles>
    <p:titleStyle>
      <a:lvl1pPr algn="l" defTabSz="13700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13700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2pPr>
      <a:lvl3pPr algn="l" defTabSz="13700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3pPr>
      <a:lvl4pPr algn="l" defTabSz="13700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4pPr>
      <a:lvl5pPr algn="l" defTabSz="13700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5pPr>
      <a:lvl6pPr marL="457200" algn="l" defTabSz="1370013" rtl="0" fontAlgn="base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6pPr>
      <a:lvl7pPr marL="914400" algn="l" defTabSz="1370013" rtl="0" fontAlgn="base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7pPr>
      <a:lvl8pPr marL="1371600" algn="l" defTabSz="1370013" rtl="0" fontAlgn="base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8pPr>
      <a:lvl9pPr marL="1828800" algn="l" defTabSz="1370013" rtl="0" fontAlgn="base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9pPr>
    </p:titleStyle>
    <p:bodyStyle>
      <a:lvl1pPr algn="l" defTabSz="1370013" rtl="0" eaLnBrk="0" fontAlgn="base" hangingPunct="0">
        <a:lnSpc>
          <a:spcPct val="90000"/>
        </a:lnSpc>
        <a:spcBef>
          <a:spcPts val="1500"/>
        </a:spcBef>
        <a:spcAft>
          <a:spcPct val="0"/>
        </a:spcAft>
        <a:buFont typeface="Arial" panose="020B0604020202020204" pitchFamily="34" charset="0"/>
        <a:defRPr lang="en-US" sz="3200" kern="1200">
          <a:solidFill>
            <a:srgbClr val="858591"/>
          </a:solidFill>
          <a:latin typeface="+mn-lt"/>
          <a:ea typeface="+mn-ea"/>
          <a:cs typeface="+mn-cs"/>
        </a:defRPr>
      </a:lvl1pPr>
      <a:lvl2pPr marL="1027113" indent="-341313" algn="l" defTabSz="1370013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Clr>
          <a:schemeClr val="accent1"/>
        </a:buClr>
        <a:buSzPct val="45000"/>
        <a:buFont typeface="Lucida Grande"/>
        <a:buChar char="►"/>
        <a:defRPr sz="3200" kern="1200">
          <a:solidFill>
            <a:srgbClr val="858591"/>
          </a:solidFill>
          <a:latin typeface="+mn-lt"/>
          <a:ea typeface="+mn-ea"/>
          <a:cs typeface="+mn-cs"/>
        </a:defRPr>
      </a:lvl2pPr>
      <a:lvl3pPr marL="1712913" indent="-341313" algn="l" defTabSz="1370013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Clr>
          <a:schemeClr val="accent1"/>
        </a:buClr>
        <a:buSzPct val="70000"/>
        <a:buFont typeface="Arial" panose="020B0604020202020204" pitchFamily="34" charset="0"/>
        <a:buChar char="•"/>
        <a:defRPr sz="3200" kern="1200">
          <a:solidFill>
            <a:srgbClr val="858591"/>
          </a:solidFill>
          <a:latin typeface="+mn-lt"/>
          <a:ea typeface="+mn-ea"/>
          <a:cs typeface="+mn-cs"/>
        </a:defRPr>
      </a:lvl3pPr>
      <a:lvl4pPr marL="2398713" indent="-341313" algn="l" defTabSz="1370013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Clr>
          <a:schemeClr val="accent1"/>
        </a:buClr>
        <a:buSzPct val="50000"/>
        <a:buFont typeface="Courier New" panose="02070309020205020404" pitchFamily="49" charset="0"/>
        <a:buChar char="o"/>
        <a:defRPr sz="3200" kern="1200">
          <a:solidFill>
            <a:srgbClr val="858591"/>
          </a:solidFill>
          <a:latin typeface="+mn-lt"/>
          <a:ea typeface="+mn-ea"/>
          <a:cs typeface="+mn-cs"/>
        </a:defRPr>
      </a:lvl4pPr>
      <a:lvl5pPr marL="3084513" indent="-341313" algn="l" defTabSz="1370013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Clr>
          <a:schemeClr val="accent1"/>
        </a:buClr>
        <a:buSzPct val="40000"/>
        <a:buFont typeface="Wingdings" panose="05000000000000000000" pitchFamily="2" charset="2"/>
        <a:buChar char="v"/>
        <a:defRPr sz="3200" kern="1200">
          <a:solidFill>
            <a:srgbClr val="858591"/>
          </a:solidFill>
          <a:latin typeface="+mn-lt"/>
          <a:ea typeface="+mn-ea"/>
          <a:cs typeface="+mn-cs"/>
        </a:defRPr>
      </a:lvl5pPr>
      <a:lvl6pPr marL="3771372" indent="-342852" algn="l" defTabSz="1371408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075" indent="-342852" algn="l" defTabSz="1371408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2778" indent="-342852" algn="l" defTabSz="1371408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8482" indent="-342852" algn="l" defTabSz="1371408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03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408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112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2815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8518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223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799927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5630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4193" r:id="rId1"/>
  </p:sldLayoutIdLst>
  <p:transition spd="slow">
    <p:fade/>
  </p:transition>
  <p:txStyles>
    <p:titleStyle>
      <a:lvl1pPr algn="l" defTabSz="13700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13700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2pPr>
      <a:lvl3pPr algn="l" defTabSz="13700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3pPr>
      <a:lvl4pPr algn="l" defTabSz="13700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4pPr>
      <a:lvl5pPr algn="l" defTabSz="13700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5pPr>
      <a:lvl6pPr marL="457200" algn="l" defTabSz="1370013" rtl="0" fontAlgn="base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6pPr>
      <a:lvl7pPr marL="914400" algn="l" defTabSz="1370013" rtl="0" fontAlgn="base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7pPr>
      <a:lvl8pPr marL="1371600" algn="l" defTabSz="1370013" rtl="0" fontAlgn="base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8pPr>
      <a:lvl9pPr marL="1828800" algn="l" defTabSz="1370013" rtl="0" fontAlgn="base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9pPr>
    </p:titleStyle>
    <p:bodyStyle>
      <a:lvl1pPr algn="l" defTabSz="1370013" rtl="0" eaLnBrk="0" fontAlgn="base" hangingPunct="0">
        <a:lnSpc>
          <a:spcPct val="90000"/>
        </a:lnSpc>
        <a:spcBef>
          <a:spcPts val="1500"/>
        </a:spcBef>
        <a:spcAft>
          <a:spcPct val="0"/>
        </a:spcAft>
        <a:buFont typeface="Arial" panose="020B0604020202020204" pitchFamily="34" charset="0"/>
        <a:defRPr lang="en-US" sz="3200" kern="1200">
          <a:solidFill>
            <a:srgbClr val="858591"/>
          </a:solidFill>
          <a:latin typeface="+mn-lt"/>
          <a:ea typeface="+mn-ea"/>
          <a:cs typeface="+mn-cs"/>
        </a:defRPr>
      </a:lvl1pPr>
      <a:lvl2pPr marL="1027113" indent="-341313" algn="l" defTabSz="1370013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Clr>
          <a:schemeClr val="accent1"/>
        </a:buClr>
        <a:buSzPct val="45000"/>
        <a:buFont typeface="Lucida Grande"/>
        <a:buChar char="►"/>
        <a:defRPr sz="3200" kern="1200">
          <a:solidFill>
            <a:srgbClr val="858591"/>
          </a:solidFill>
          <a:latin typeface="+mn-lt"/>
          <a:ea typeface="+mn-ea"/>
          <a:cs typeface="+mn-cs"/>
        </a:defRPr>
      </a:lvl2pPr>
      <a:lvl3pPr marL="1712913" indent="-341313" algn="l" defTabSz="1370013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Clr>
          <a:schemeClr val="accent1"/>
        </a:buClr>
        <a:buSzPct val="70000"/>
        <a:buFont typeface="Arial" panose="020B0604020202020204" pitchFamily="34" charset="0"/>
        <a:buChar char="•"/>
        <a:defRPr sz="3200" kern="1200">
          <a:solidFill>
            <a:srgbClr val="858591"/>
          </a:solidFill>
          <a:latin typeface="+mn-lt"/>
          <a:ea typeface="+mn-ea"/>
          <a:cs typeface="+mn-cs"/>
        </a:defRPr>
      </a:lvl3pPr>
      <a:lvl4pPr marL="2398713" indent="-341313" algn="l" defTabSz="1370013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Clr>
          <a:schemeClr val="accent1"/>
        </a:buClr>
        <a:buSzPct val="50000"/>
        <a:buFont typeface="Courier New" panose="02070309020205020404" pitchFamily="49" charset="0"/>
        <a:buChar char="o"/>
        <a:defRPr sz="3200" kern="1200">
          <a:solidFill>
            <a:srgbClr val="858591"/>
          </a:solidFill>
          <a:latin typeface="+mn-lt"/>
          <a:ea typeface="+mn-ea"/>
          <a:cs typeface="+mn-cs"/>
        </a:defRPr>
      </a:lvl4pPr>
      <a:lvl5pPr marL="3084513" indent="-341313" algn="l" defTabSz="1370013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Clr>
          <a:schemeClr val="accent1"/>
        </a:buClr>
        <a:buSzPct val="40000"/>
        <a:buFont typeface="Wingdings" panose="05000000000000000000" pitchFamily="2" charset="2"/>
        <a:buChar char="v"/>
        <a:defRPr sz="3200" kern="1200">
          <a:solidFill>
            <a:srgbClr val="858591"/>
          </a:solidFill>
          <a:latin typeface="+mn-lt"/>
          <a:ea typeface="+mn-ea"/>
          <a:cs typeface="+mn-cs"/>
        </a:defRPr>
      </a:lvl5pPr>
      <a:lvl6pPr marL="3771372" indent="-342852" algn="l" defTabSz="1371408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075" indent="-342852" algn="l" defTabSz="1371408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2778" indent="-342852" algn="l" defTabSz="1371408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8482" indent="-342852" algn="l" defTabSz="1371408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03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408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112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2815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8518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223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799927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5630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2">
            <a:extLst>
              <a:ext uri="{FF2B5EF4-FFF2-40B4-BE49-F238E27FC236}">
                <a16:creationId xmlns:a16="http://schemas.microsoft.com/office/drawing/2014/main" id="{FD5429CA-585D-B015-5CF4-ABA5C08D4C4A}"/>
              </a:ext>
            </a:extLst>
          </p:cNvPr>
          <p:cNvSpPr/>
          <p:nvPr/>
        </p:nvSpPr>
        <p:spPr>
          <a:xfrm>
            <a:off x="0" y="0"/>
            <a:ext cx="18288000" cy="90027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8" tIns="45713" rIns="91428" bIns="45713" anchor="ctr"/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uk-UA" sz="89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F73D3E91-E66D-678D-4CA5-C485F3DD89C6}"/>
              </a:ext>
            </a:extLst>
          </p:cNvPr>
          <p:cNvSpPr/>
          <p:nvPr/>
        </p:nvSpPr>
        <p:spPr>
          <a:xfrm>
            <a:off x="0" y="9040813"/>
            <a:ext cx="18288000" cy="1246187"/>
          </a:xfrm>
          <a:prstGeom prst="rect">
            <a:avLst/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8" tIns="45713" rIns="91428" bIns="45713" anchor="ctr"/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>
              <a:solidFill>
                <a:schemeClr val="tx1"/>
              </a:solidFill>
            </a:endParaRPr>
          </a:p>
        </p:txBody>
      </p:sp>
      <p:sp>
        <p:nvSpPr>
          <p:cNvPr id="32" name="TextBox 10">
            <a:extLst>
              <a:ext uri="{FF2B5EF4-FFF2-40B4-BE49-F238E27FC236}">
                <a16:creationId xmlns:a16="http://schemas.microsoft.com/office/drawing/2014/main" id="{434521E5-7402-226D-CB32-2640FBA14568}"/>
              </a:ext>
            </a:extLst>
          </p:cNvPr>
          <p:cNvSpPr txBox="1"/>
          <p:nvPr/>
        </p:nvSpPr>
        <p:spPr>
          <a:xfrm>
            <a:off x="2673350" y="2749550"/>
            <a:ext cx="12941300" cy="2308310"/>
          </a:xfrm>
          <a:prstGeom prst="rect">
            <a:avLst/>
          </a:prstGeom>
          <a:noFill/>
        </p:spPr>
        <p:txBody>
          <a:bodyPr lIns="91428" tIns="45713" rIns="91428" bIns="45713">
            <a:spAutoFit/>
          </a:bodyPr>
          <a:lstStyle/>
          <a:p>
            <a:pPr algn="ctr"/>
            <a:r>
              <a:rPr lang="es-EC" sz="7200" b="1" i="0" dirty="0">
                <a:solidFill>
                  <a:srgbClr val="F0F6FC"/>
                </a:solidFill>
                <a:effectLst/>
                <a:latin typeface="Mona Sans VF"/>
              </a:rPr>
              <a:t>Predicción de </a:t>
            </a:r>
          </a:p>
          <a:p>
            <a:pPr algn="ctr"/>
            <a:r>
              <a:rPr lang="es-EC" sz="7200" b="1" i="0" dirty="0">
                <a:solidFill>
                  <a:srgbClr val="F0F6FC"/>
                </a:solidFill>
                <a:effectLst/>
                <a:latin typeface="Mona Sans VF"/>
              </a:rPr>
              <a:t>Pedidos Digitales</a:t>
            </a:r>
          </a:p>
        </p:txBody>
      </p:sp>
      <p:sp>
        <p:nvSpPr>
          <p:cNvPr id="33" name="TextBox 10">
            <a:extLst>
              <a:ext uri="{FF2B5EF4-FFF2-40B4-BE49-F238E27FC236}">
                <a16:creationId xmlns:a16="http://schemas.microsoft.com/office/drawing/2014/main" id="{45B9EB25-8ED4-F9C8-ADD8-7EA4FB5CCB57}"/>
              </a:ext>
            </a:extLst>
          </p:cNvPr>
          <p:cNvSpPr txBox="1"/>
          <p:nvPr/>
        </p:nvSpPr>
        <p:spPr>
          <a:xfrm>
            <a:off x="307975" y="6381750"/>
            <a:ext cx="17795875" cy="646113"/>
          </a:xfrm>
          <a:prstGeom prst="rect">
            <a:avLst/>
          </a:prstGeom>
          <a:noFill/>
        </p:spPr>
        <p:txBody>
          <a:bodyPr lIns="91428" tIns="45713" rIns="91428" bIns="45713">
            <a:spAutoFit/>
          </a:bodyPr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3600" dirty="0">
                <a:solidFill>
                  <a:schemeClr val="accent4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Prueba técnica</a:t>
            </a:r>
          </a:p>
        </p:txBody>
      </p:sp>
      <p:grpSp>
        <p:nvGrpSpPr>
          <p:cNvPr id="10246" name="Agrupar 33">
            <a:extLst>
              <a:ext uri="{FF2B5EF4-FFF2-40B4-BE49-F238E27FC236}">
                <a16:creationId xmlns:a16="http://schemas.microsoft.com/office/drawing/2014/main" id="{00303F25-F95E-E728-9006-0AFC7013E215}"/>
              </a:ext>
            </a:extLst>
          </p:cNvPr>
          <p:cNvGrpSpPr>
            <a:grpSpLocks/>
          </p:cNvGrpSpPr>
          <p:nvPr/>
        </p:nvGrpSpPr>
        <p:grpSpPr bwMode="auto">
          <a:xfrm>
            <a:off x="4294188" y="2455863"/>
            <a:ext cx="795337" cy="708025"/>
            <a:chOff x="1406133" y="686869"/>
            <a:chExt cx="2648037" cy="2353739"/>
          </a:xfrm>
        </p:grpSpPr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BA5988C4-4756-1ABC-CC2B-0D7A20F1DB89}"/>
                </a:ext>
              </a:extLst>
            </p:cNvPr>
            <p:cNvCxnSpPr/>
            <p:nvPr/>
          </p:nvCxnSpPr>
          <p:spPr>
            <a:xfrm>
              <a:off x="1406133" y="729089"/>
              <a:ext cx="0" cy="2311519"/>
            </a:xfrm>
            <a:prstGeom prst="line">
              <a:avLst/>
            </a:prstGeom>
            <a:ln w="63500" cap="sq">
              <a:solidFill>
                <a:schemeClr val="bg1"/>
              </a:solidFill>
              <a:bevel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EF3CBE5B-554F-0A0E-2F57-6163CB5BCCD9}"/>
                </a:ext>
              </a:extLst>
            </p:cNvPr>
            <p:cNvCxnSpPr/>
            <p:nvPr/>
          </p:nvCxnSpPr>
          <p:spPr>
            <a:xfrm flipH="1">
              <a:off x="1406133" y="686869"/>
              <a:ext cx="2648037" cy="0"/>
            </a:xfrm>
            <a:prstGeom prst="line">
              <a:avLst/>
            </a:prstGeom>
            <a:ln w="63500" cap="sq">
              <a:solidFill>
                <a:schemeClr val="bg1"/>
              </a:solidFill>
              <a:bevel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47" name="Agrupar 36">
            <a:extLst>
              <a:ext uri="{FF2B5EF4-FFF2-40B4-BE49-F238E27FC236}">
                <a16:creationId xmlns:a16="http://schemas.microsoft.com/office/drawing/2014/main" id="{260F6663-CA70-268F-82DE-F065F0C9AA45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13157200" y="5581650"/>
            <a:ext cx="795338" cy="708025"/>
            <a:chOff x="1406133" y="686869"/>
            <a:chExt cx="2648037" cy="2353739"/>
          </a:xfrm>
        </p:grpSpPr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D4EC0F42-6026-7FFF-D63E-8E7ED24948F4}"/>
                </a:ext>
              </a:extLst>
            </p:cNvPr>
            <p:cNvCxnSpPr/>
            <p:nvPr/>
          </p:nvCxnSpPr>
          <p:spPr>
            <a:xfrm>
              <a:off x="1390278" y="729089"/>
              <a:ext cx="0" cy="2311519"/>
            </a:xfrm>
            <a:prstGeom prst="line">
              <a:avLst/>
            </a:prstGeom>
            <a:ln w="63500" cap="sq">
              <a:solidFill>
                <a:schemeClr val="bg1"/>
              </a:solidFill>
              <a:bevel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7B3D8703-6325-56FD-5E8B-7CE1E6BA4569}"/>
                </a:ext>
              </a:extLst>
            </p:cNvPr>
            <p:cNvCxnSpPr/>
            <p:nvPr/>
          </p:nvCxnSpPr>
          <p:spPr>
            <a:xfrm flipH="1">
              <a:off x="1406133" y="686869"/>
              <a:ext cx="2648037" cy="0"/>
            </a:xfrm>
            <a:prstGeom prst="line">
              <a:avLst/>
            </a:prstGeom>
            <a:ln w="63500" cap="sq">
              <a:solidFill>
                <a:schemeClr val="bg1"/>
              </a:solidFill>
              <a:bevel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Gráfico 2" descr="Portátil con relleno sólido">
            <a:extLst>
              <a:ext uri="{FF2B5EF4-FFF2-40B4-BE49-F238E27FC236}">
                <a16:creationId xmlns:a16="http://schemas.microsoft.com/office/drawing/2014/main" id="{1BAD786C-BC2B-81FD-2555-9FFC5FD1F3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68835" y="2816225"/>
            <a:ext cx="914400" cy="914400"/>
          </a:xfrm>
          <a:prstGeom prst="rect">
            <a:avLst/>
          </a:prstGeom>
        </p:spPr>
      </p:pic>
      <p:pic>
        <p:nvPicPr>
          <p:cNvPr id="5" name="Gráfico 4" descr="Smartphone con relleno sólido">
            <a:extLst>
              <a:ext uri="{FF2B5EF4-FFF2-40B4-BE49-F238E27FC236}">
                <a16:creationId xmlns:a16="http://schemas.microsoft.com/office/drawing/2014/main" id="{0E7C9403-786A-0120-3895-2A7B17AF2A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06950" y="5790406"/>
            <a:ext cx="914400" cy="914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30DD4AB-D3CA-FFAC-1C24-0E288408E5FF}"/>
              </a:ext>
            </a:extLst>
          </p:cNvPr>
          <p:cNvSpPr/>
          <p:nvPr/>
        </p:nvSpPr>
        <p:spPr>
          <a:xfrm rot="5400000" flipH="1" flipV="1">
            <a:off x="-571500" y="571500"/>
            <a:ext cx="10287000" cy="914400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8" tIns="45713" rIns="91428" bIns="45713" anchor="ctr"/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/>
          </a:p>
        </p:txBody>
      </p:sp>
      <p:sp>
        <p:nvSpPr>
          <p:cNvPr id="11267" name="TextBox 11">
            <a:extLst>
              <a:ext uri="{FF2B5EF4-FFF2-40B4-BE49-F238E27FC236}">
                <a16:creationId xmlns:a16="http://schemas.microsoft.com/office/drawing/2014/main" id="{00E4D44B-551D-E109-9AF1-6B20C8B669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40975" y="3443288"/>
            <a:ext cx="7775575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/>
          <a:p>
            <a:pPr eaLnBrk="1" hangingPunct="1"/>
            <a:r>
              <a:rPr lang="es-ES_tradnl" altLang="es-EC" sz="4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 –</a:t>
            </a:r>
            <a:r>
              <a:rPr lang="es-ES_tradnl" altLang="es-EC" sz="4400" b="1" dirty="0">
                <a:solidFill>
                  <a:srgbClr val="005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Contexto del problema</a:t>
            </a:r>
          </a:p>
        </p:txBody>
      </p:sp>
      <p:sp>
        <p:nvSpPr>
          <p:cNvPr id="11268" name="TextBox 12">
            <a:extLst>
              <a:ext uri="{FF2B5EF4-FFF2-40B4-BE49-F238E27FC236}">
                <a16:creationId xmlns:a16="http://schemas.microsoft.com/office/drawing/2014/main" id="{EB592DA4-A515-367F-9742-960753418F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40975" y="4225925"/>
            <a:ext cx="744220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/>
          <a:p>
            <a:pPr eaLnBrk="1" hangingPunct="1"/>
            <a:r>
              <a:rPr lang="es-ES_tradnl" altLang="es-EC" sz="4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 – </a:t>
            </a:r>
            <a:r>
              <a:rPr lang="es-ES_tradnl" altLang="es-EC" sz="4400" b="1" dirty="0">
                <a:solidFill>
                  <a:srgbClr val="005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Objetivo y solución</a:t>
            </a:r>
          </a:p>
        </p:txBody>
      </p:sp>
      <p:sp>
        <p:nvSpPr>
          <p:cNvPr id="11269" name="TextBox 13">
            <a:extLst>
              <a:ext uri="{FF2B5EF4-FFF2-40B4-BE49-F238E27FC236}">
                <a16:creationId xmlns:a16="http://schemas.microsoft.com/office/drawing/2014/main" id="{B10CE62D-242B-86AC-D677-B93D71492A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40975" y="5006975"/>
            <a:ext cx="7623175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/>
          <a:p>
            <a:pPr eaLnBrk="1" hangingPunct="1"/>
            <a:r>
              <a:rPr lang="es-ES_tradnl" altLang="es-EC" sz="4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 – </a:t>
            </a:r>
            <a:r>
              <a:rPr lang="es-ES_tradnl" altLang="es-EC" sz="4400" b="1" dirty="0">
                <a:solidFill>
                  <a:srgbClr val="005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Enfoque utilizado</a:t>
            </a:r>
            <a:endParaRPr lang="es-ES_tradnl" altLang="es-EC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70" name="TextBox 15">
            <a:extLst>
              <a:ext uri="{FF2B5EF4-FFF2-40B4-BE49-F238E27FC236}">
                <a16:creationId xmlns:a16="http://schemas.microsoft.com/office/drawing/2014/main" id="{B30163C6-82FF-DB08-3C6E-6189CF6596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40975" y="5789613"/>
            <a:ext cx="7693025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/>
          <a:p>
            <a:pPr eaLnBrk="1" hangingPunct="1"/>
            <a:r>
              <a:rPr lang="es-ES_tradnl" altLang="es-EC" sz="4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 – </a:t>
            </a:r>
            <a:r>
              <a:rPr lang="es-ES_tradnl" altLang="es-EC" sz="4400" b="1" dirty="0">
                <a:solidFill>
                  <a:srgbClr val="005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Próximos pasos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A5B8E0-8DD9-82EE-27A6-BF53BCB39568}"/>
              </a:ext>
            </a:extLst>
          </p:cNvPr>
          <p:cNvSpPr txBox="1"/>
          <p:nvPr/>
        </p:nvSpPr>
        <p:spPr>
          <a:xfrm>
            <a:off x="685800" y="4213225"/>
            <a:ext cx="7772400" cy="1846263"/>
          </a:xfrm>
          <a:prstGeom prst="rect">
            <a:avLst/>
          </a:prstGeom>
          <a:noFill/>
        </p:spPr>
        <p:txBody>
          <a:bodyPr lIns="91428" tIns="45713" rIns="91428" bIns="45713">
            <a:spAutoFit/>
          </a:bodyPr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11400">
                <a:solidFill>
                  <a:schemeClr val="accent4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ÍNDICE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CCB3F0E2-A7B9-7B2E-D50E-4D534BE058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76300" y="571500"/>
            <a:ext cx="7254875" cy="13223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s-ES_tradnl" altLang="es-EC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Apartado 01</a:t>
            </a:r>
            <a:br>
              <a:rPr lang="es-ES_tradnl" altLang="es-EC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_tradnl" altLang="es-EC" sz="4400" b="1" dirty="0">
                <a:solidFill>
                  <a:srgbClr val="005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Contexto del problema</a:t>
            </a:r>
            <a:endParaRPr lang="es-ES_tradnl" altLang="es-EC" dirty="0">
              <a:solidFill>
                <a:srgbClr val="00566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91" name="Rectangle 4">
            <a:extLst>
              <a:ext uri="{FF2B5EF4-FFF2-40B4-BE49-F238E27FC236}">
                <a16:creationId xmlns:a16="http://schemas.microsoft.com/office/drawing/2014/main" id="{C2F28626-A184-23E8-9E8D-AC369D52EE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3291" y="6718279"/>
            <a:ext cx="3751729" cy="1938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8" tIns="45713" rIns="91428" bIns="45713">
            <a:spAutoFit/>
          </a:bodyPr>
          <a:lstStyle/>
          <a:p>
            <a:pPr eaLnBrk="1" hangingPunct="1"/>
            <a:r>
              <a:rPr lang="es-ES_tradnl" altLang="es-EC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Actualmente muchos clientes siguen realizando pedidos por teléfono, o mediante un vendedor, estos son canales más </a:t>
            </a:r>
            <a:r>
              <a:rPr lang="es-ES_tradnl" altLang="es-EC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caros</a:t>
            </a:r>
            <a:r>
              <a:rPr lang="es-ES_tradnl" altLang="es-EC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s-ES_tradnl" altLang="es-EC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menos escalables </a:t>
            </a:r>
            <a:r>
              <a:rPr lang="es-ES_tradnl" altLang="es-EC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 el </a:t>
            </a:r>
            <a:r>
              <a:rPr lang="es-ES_tradnl" altLang="es-EC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digital</a:t>
            </a:r>
            <a:r>
              <a:rPr lang="es-ES_tradnl" altLang="es-EC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12292" name="Rectangle 14">
            <a:extLst>
              <a:ext uri="{FF2B5EF4-FFF2-40B4-BE49-F238E27FC236}">
                <a16:creationId xmlns:a16="http://schemas.microsoft.com/office/drawing/2014/main" id="{061FA95E-B749-B640-CFE8-AF9556BA19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2858" y="2406992"/>
            <a:ext cx="2259106" cy="646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8" tIns="45713" rIns="91428" bIns="45713">
            <a:spAutoFit/>
          </a:bodyPr>
          <a:lstStyle/>
          <a:p>
            <a:pPr eaLnBrk="1" hangingPunct="1"/>
            <a:r>
              <a:rPr lang="es-EC" altLang="es-EC" sz="3600" dirty="0">
                <a:solidFill>
                  <a:srgbClr val="005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Problema</a:t>
            </a:r>
            <a:endParaRPr lang="es-ES_tradnl" altLang="es-EC" sz="24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93" name="Slide Number Placeholder 2">
            <a:extLst>
              <a:ext uri="{FF2B5EF4-FFF2-40B4-BE49-F238E27FC236}">
                <a16:creationId xmlns:a16="http://schemas.microsoft.com/office/drawing/2014/main" id="{C829835B-3001-B4FF-743C-FF6DD60F15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t>pág.</a:t>
            </a:r>
          </a:p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t>0</a:t>
            </a:r>
            <a:fld id="{91178AA3-29AE-48AC-91E5-83BD819E4E2A}" type="slidenum"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pPr eaLnBrk="1" hangingPunct="1"/>
              <a:t>3</a:t>
            </a:fld>
            <a:endParaRPr lang="es-ES" altLang="es-ES" b="1">
              <a:solidFill>
                <a:schemeClr val="accent2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05D91FA9-0B66-D06F-33A2-BFE8E4C89E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26389" y="6894484"/>
            <a:ext cx="3751729" cy="1631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8" tIns="45713" rIns="91428" bIns="45713">
            <a:spAutoFit/>
          </a:bodyPr>
          <a:lstStyle/>
          <a:p>
            <a:pPr eaLnBrk="1" hangingPunct="1"/>
            <a:r>
              <a:rPr lang="es-ES_tradnl" altLang="es-EC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Migrarlos al canal digital, pero surge otro problema, migrarlos a todos por igual </a:t>
            </a:r>
            <a:r>
              <a:rPr lang="es-ES_tradnl" altLang="es-EC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desperdicia</a:t>
            </a:r>
            <a:r>
              <a:rPr lang="es-ES_tradnl" altLang="es-EC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esfuerzo comercial, entonces </a:t>
            </a:r>
            <a:r>
              <a:rPr lang="es-ES_tradnl" altLang="es-EC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¿a quién priorizamos?</a:t>
            </a:r>
          </a:p>
        </p:txBody>
      </p:sp>
      <p:sp>
        <p:nvSpPr>
          <p:cNvPr id="3" name="Rectangle 14">
            <a:extLst>
              <a:ext uri="{FF2B5EF4-FFF2-40B4-BE49-F238E27FC236}">
                <a16:creationId xmlns:a16="http://schemas.microsoft.com/office/drawing/2014/main" id="{2B88FCD4-60C8-8923-13F6-EEF5113524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26388" y="2654007"/>
            <a:ext cx="4262717" cy="646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8" tIns="45713" rIns="91428" bIns="45713">
            <a:spAutoFit/>
          </a:bodyPr>
          <a:lstStyle/>
          <a:p>
            <a:pPr eaLnBrk="1" hangingPunct="1"/>
            <a:r>
              <a:rPr lang="es-EC" altLang="es-EC" sz="3600" dirty="0">
                <a:solidFill>
                  <a:srgbClr val="005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Solución potencial</a:t>
            </a:r>
            <a:endParaRPr lang="es-ES_tradnl" altLang="es-EC" sz="24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Página 9 | Imágenes de Personas hablando telefono oficina - Descarga  gratuita en Magnific (antes Freepik)">
            <a:extLst>
              <a:ext uri="{FF2B5EF4-FFF2-40B4-BE49-F238E27FC236}">
                <a16:creationId xmlns:a16="http://schemas.microsoft.com/office/drawing/2014/main" id="{367B7186-6EAE-8880-9A22-BCD1BF21C3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985" y="3102522"/>
            <a:ext cx="5068343" cy="3376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n Perú 439 mil hogares ya efectúan compras por teléfonos, de acuerdo a  Kantar | Ecommercenews: El pulso del Ecommerce en LATAM">
            <a:extLst>
              <a:ext uri="{FF2B5EF4-FFF2-40B4-BE49-F238E27FC236}">
                <a16:creationId xmlns:a16="http://schemas.microsoft.com/office/drawing/2014/main" id="{2489F566-3A45-BE2E-0C52-237EBEEB59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3231" y="3392516"/>
            <a:ext cx="5682718" cy="3086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E2D90-5016-7458-9297-767E13B9F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92FB37B5-C51C-C9B5-9A75-2F4FE588C7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76300" y="571500"/>
            <a:ext cx="7254875" cy="13223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s-ES_tradnl" altLang="es-EC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Apartado 02</a:t>
            </a:r>
            <a:br>
              <a:rPr lang="es-ES_tradnl" altLang="es-EC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_tradnl" altLang="es-EC" sz="4400" b="1" dirty="0">
                <a:solidFill>
                  <a:srgbClr val="005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Objetivo y solución</a:t>
            </a:r>
            <a:endParaRPr lang="es-ES_tradnl" altLang="es-EC" dirty="0">
              <a:solidFill>
                <a:srgbClr val="00566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93" name="Slide Number Placeholder 2">
            <a:extLst>
              <a:ext uri="{FF2B5EF4-FFF2-40B4-BE49-F238E27FC236}">
                <a16:creationId xmlns:a16="http://schemas.microsoft.com/office/drawing/2014/main" id="{CA82C2C3-11E7-1F1C-2BEA-0FF37EEC8F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t>pág.</a:t>
            </a:r>
          </a:p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t>0</a:t>
            </a:r>
            <a:fld id="{91178AA3-29AE-48AC-91E5-83BD819E4E2A}" type="slidenum"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pPr eaLnBrk="1" hangingPunct="1"/>
              <a:t>4</a:t>
            </a:fld>
            <a:endParaRPr lang="es-ES" altLang="es-ES" b="1">
              <a:solidFill>
                <a:schemeClr val="accent2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3" name="Rectangle 14">
            <a:extLst>
              <a:ext uri="{FF2B5EF4-FFF2-40B4-BE49-F238E27FC236}">
                <a16:creationId xmlns:a16="http://schemas.microsoft.com/office/drawing/2014/main" id="{BBF40383-3459-603F-A4D9-492F1F7BAD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058" y="2095954"/>
            <a:ext cx="2259106" cy="646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8" tIns="45713" rIns="91428" bIns="45713">
            <a:spAutoFit/>
          </a:bodyPr>
          <a:lstStyle/>
          <a:p>
            <a:pPr eaLnBrk="1" hangingPunct="1"/>
            <a:r>
              <a:rPr lang="es-EC" altLang="es-EC" sz="3600" b="1" dirty="0">
                <a:solidFill>
                  <a:srgbClr val="005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Objetivo</a:t>
            </a:r>
            <a:endParaRPr lang="es-ES_tradnl" altLang="es-EC" sz="240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35541DC-C5E3-2500-D7E8-6BAC3223E9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3290" y="3001658"/>
            <a:ext cx="8728862" cy="707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8" tIns="45713" rIns="91428" bIns="45713">
            <a:spAutoFit/>
          </a:bodyPr>
          <a:lstStyle/>
          <a:p>
            <a:pPr eaLnBrk="1" hangingPunct="1"/>
            <a:r>
              <a:rPr lang="es-ES_tradnl" altLang="es-EC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Identificar qué clientes están más cerca de dar el salto a usar canales digitales como canal principal y enfocar esfuerzos comerciales en ellos.</a:t>
            </a:r>
          </a:p>
        </p:txBody>
      </p:sp>
      <p:pic>
        <p:nvPicPr>
          <p:cNvPr id="6" name="Gráfico 5" descr="Diana con relleno sólido">
            <a:extLst>
              <a:ext uri="{FF2B5EF4-FFF2-40B4-BE49-F238E27FC236}">
                <a16:creationId xmlns:a16="http://schemas.microsoft.com/office/drawing/2014/main" id="{069BC96C-81FF-09BE-321A-8EC69287FB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6858" y="2898394"/>
            <a:ext cx="914400" cy="914400"/>
          </a:xfrm>
          <a:prstGeom prst="rect">
            <a:avLst/>
          </a:prstGeom>
        </p:spPr>
      </p:pic>
      <p:sp>
        <p:nvSpPr>
          <p:cNvPr id="7" name="Rectangle 14">
            <a:extLst>
              <a:ext uri="{FF2B5EF4-FFF2-40B4-BE49-F238E27FC236}">
                <a16:creationId xmlns:a16="http://schemas.microsoft.com/office/drawing/2014/main" id="{708D4FC7-D011-EF23-07F5-41C77C811E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058" y="4092088"/>
            <a:ext cx="2259106" cy="646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8" tIns="45713" rIns="91428" bIns="45713">
            <a:spAutoFit/>
          </a:bodyPr>
          <a:lstStyle/>
          <a:p>
            <a:pPr eaLnBrk="1" hangingPunct="1"/>
            <a:r>
              <a:rPr lang="es-EC" altLang="es-EC" sz="3600" b="1" dirty="0">
                <a:solidFill>
                  <a:srgbClr val="005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Solución</a:t>
            </a:r>
            <a:endParaRPr lang="es-ES_tradnl" altLang="es-EC" sz="240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3550E857-AF93-D6C7-7681-3E2DFAE789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3290" y="4738405"/>
            <a:ext cx="8728862" cy="707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8" tIns="45713" rIns="91428" bIns="45713">
            <a:spAutoFit/>
          </a:bodyPr>
          <a:lstStyle/>
          <a:p>
            <a:pPr eaLnBrk="1" hangingPunct="1"/>
            <a:r>
              <a:rPr lang="es-ES" altLang="es-EC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 sistema que asigna a cada cliente una probabilidad de que su próximo pedido sea digital, usando su historial de compra.</a:t>
            </a:r>
            <a:endParaRPr lang="es-ES_tradnl" altLang="es-EC" sz="20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ACBF9ECB-BE15-FB0E-1A11-5C8FEC6A7A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1227" y="5656892"/>
            <a:ext cx="7449221" cy="3917414"/>
          </a:xfrm>
          <a:prstGeom prst="rect">
            <a:avLst/>
          </a:prstGeom>
        </p:spPr>
      </p:pic>
      <p:pic>
        <p:nvPicPr>
          <p:cNvPr id="12" name="Gráfico 11" descr="Gráfico de barras con tendencia alcista con relleno sólido">
            <a:extLst>
              <a:ext uri="{FF2B5EF4-FFF2-40B4-BE49-F238E27FC236}">
                <a16:creationId xmlns:a16="http://schemas.microsoft.com/office/drawing/2014/main" id="{71542A32-730C-7E19-20D5-6EDB6239ED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9956" y="4738405"/>
            <a:ext cx="914400" cy="9144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D1D99D0-AACF-EB5F-2C21-AAD5EA553E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17744" y="2213957"/>
            <a:ext cx="4666129" cy="1200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8" tIns="45713" rIns="91428" bIns="45713">
            <a:spAutoFit/>
          </a:bodyPr>
          <a:lstStyle/>
          <a:p>
            <a:pPr eaLnBrk="1" hangingPunct="1"/>
            <a:r>
              <a:rPr lang="es-EC" altLang="es-EC" sz="3600" b="1" dirty="0">
                <a:solidFill>
                  <a:srgbClr val="005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¿Qué se obtiene con esta solución?</a:t>
            </a:r>
            <a:endParaRPr lang="es-ES_tradnl" altLang="es-EC" sz="240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FDBFFC80-38A4-F204-0EBB-81212CC742D4}"/>
              </a:ext>
            </a:extLst>
          </p:cNvPr>
          <p:cNvCxnSpPr/>
          <p:nvPr/>
        </p:nvCxnSpPr>
        <p:spPr>
          <a:xfrm>
            <a:off x="11819965" y="1893888"/>
            <a:ext cx="0" cy="6416394"/>
          </a:xfrm>
          <a:prstGeom prst="line">
            <a:avLst/>
          </a:prstGeom>
          <a:ln w="25400" cap="sq">
            <a:solidFill>
              <a:schemeClr val="accent2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3">
            <a:extLst>
              <a:ext uri="{FF2B5EF4-FFF2-40B4-BE49-F238E27FC236}">
                <a16:creationId xmlns:a16="http://schemas.microsoft.com/office/drawing/2014/main" id="{8F8340DF-7DE1-DD6C-1BD8-831A6DB8DB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67500" y="4601914"/>
            <a:ext cx="3006631" cy="1200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8" tIns="45713" rIns="91428" bIns="45713">
            <a:spAutoFit/>
          </a:bodyPr>
          <a:lstStyle/>
          <a:p>
            <a:pPr algn="ctr" eaLnBrk="1" hangingPunct="1"/>
            <a:r>
              <a:rPr lang="es-ES_tradnl" altLang="es-EC" sz="7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63</a:t>
            </a:r>
          </a:p>
        </p:txBody>
      </p:sp>
      <p:sp>
        <p:nvSpPr>
          <p:cNvPr id="19" name="Rectangle 4">
            <a:extLst>
              <a:ext uri="{FF2B5EF4-FFF2-40B4-BE49-F238E27FC236}">
                <a16:creationId xmlns:a16="http://schemas.microsoft.com/office/drawing/2014/main" id="{23B6896D-8AD1-BE4C-003D-5618D0886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37751" y="3699116"/>
            <a:ext cx="4666130" cy="1015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8" tIns="45713" rIns="91428" bIns="45713">
            <a:spAutoFit/>
          </a:bodyPr>
          <a:lstStyle/>
          <a:p>
            <a:pPr eaLnBrk="1" hangingPunct="1"/>
            <a:r>
              <a:rPr lang="es-ES_tradnl" altLang="es-EC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Mejorar</a:t>
            </a:r>
            <a:r>
              <a:rPr lang="es-ES_tradnl" altLang="es-EC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el enfoque comercial, con el modelo podemos decir que de cada </a:t>
            </a:r>
            <a:r>
              <a:rPr lang="es-ES_tradnl" altLang="es-EC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 clientes </a:t>
            </a:r>
            <a:r>
              <a:rPr lang="es-ES_tradnl" altLang="es-EC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logramos detectar a:</a:t>
            </a:r>
          </a:p>
        </p:txBody>
      </p:sp>
      <p:sp>
        <p:nvSpPr>
          <p:cNvPr id="20" name="Rectangle 4">
            <a:extLst>
              <a:ext uri="{FF2B5EF4-FFF2-40B4-BE49-F238E27FC236}">
                <a16:creationId xmlns:a16="http://schemas.microsoft.com/office/drawing/2014/main" id="{B981B715-F923-62DC-8C97-4AA7745876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88261" y="5652805"/>
            <a:ext cx="4666130" cy="1938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8" tIns="45713" rIns="91428" bIns="45713">
            <a:spAutoFit/>
          </a:bodyPr>
          <a:lstStyle/>
          <a:p>
            <a:pPr eaLnBrk="1" hangingPunct="1"/>
            <a:r>
              <a:rPr lang="es-ES_tradnl" altLang="es-EC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Clientes que efectivamente </a:t>
            </a:r>
            <a:r>
              <a:rPr lang="es-ES_tradnl" altLang="es-EC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pedirán digital</a:t>
            </a:r>
            <a:r>
              <a:rPr lang="es-ES_tradnl" altLang="es-EC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sin el modelo estamos enviando campañas comerciales a todos los 100 clientes y probablemente solo 48 de ellos realmente sean digitales, tenemos un </a:t>
            </a:r>
            <a:r>
              <a:rPr lang="es-ES_tradnl" altLang="es-EC" sz="20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uplift</a:t>
            </a:r>
            <a:r>
              <a:rPr lang="es-ES_tradnl" altLang="es-EC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15.</a:t>
            </a:r>
          </a:p>
        </p:txBody>
      </p:sp>
    </p:spTree>
    <p:extLst>
      <p:ext uri="{BB962C8B-B14F-4D97-AF65-F5344CB8AC3E}">
        <p14:creationId xmlns:p14="http://schemas.microsoft.com/office/powerpoint/2010/main" val="354929164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11094-8F08-CB0D-B4EE-6C7421E43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61D641EC-6ED3-0D0A-3BC6-879C94A4AA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76300" y="571500"/>
            <a:ext cx="7254875" cy="13223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s-ES_tradnl" altLang="es-EC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Apartado 03</a:t>
            </a:r>
            <a:br>
              <a:rPr lang="es-ES_tradnl" altLang="es-EC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_tradnl" altLang="es-EC" sz="4400" b="1" dirty="0">
                <a:solidFill>
                  <a:srgbClr val="005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Enfoque utilizado</a:t>
            </a:r>
            <a:endParaRPr lang="es-ES_tradnl" altLang="es-EC" dirty="0">
              <a:solidFill>
                <a:srgbClr val="00566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93" name="Slide Number Placeholder 2">
            <a:extLst>
              <a:ext uri="{FF2B5EF4-FFF2-40B4-BE49-F238E27FC236}">
                <a16:creationId xmlns:a16="http://schemas.microsoft.com/office/drawing/2014/main" id="{E68D2BAA-DF73-23C5-6AED-2C8EA48AE8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t>pág.</a:t>
            </a:r>
          </a:p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t>0</a:t>
            </a:r>
            <a:fld id="{91178AA3-29AE-48AC-91E5-83BD819E4E2A}" type="slidenum"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pPr eaLnBrk="1" hangingPunct="1"/>
              <a:t>5</a:t>
            </a:fld>
            <a:endParaRPr lang="es-ES" altLang="es-ES" b="1">
              <a:solidFill>
                <a:schemeClr val="accent2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3" name="Rectangle 14">
            <a:extLst>
              <a:ext uri="{FF2B5EF4-FFF2-40B4-BE49-F238E27FC236}">
                <a16:creationId xmlns:a16="http://schemas.microsoft.com/office/drawing/2014/main" id="{01422398-0B2E-F4C7-B043-6C2BF3C9B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146" y="2021815"/>
            <a:ext cx="6143065" cy="646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8" tIns="45713" rIns="91428" bIns="45713">
            <a:spAutoFit/>
          </a:bodyPr>
          <a:lstStyle/>
          <a:p>
            <a:pPr eaLnBrk="1" hangingPunct="1"/>
            <a:r>
              <a:rPr lang="es-EC" altLang="es-EC" sz="3600" b="1" dirty="0">
                <a:solidFill>
                  <a:srgbClr val="005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Enfoque técnico</a:t>
            </a:r>
            <a:endParaRPr lang="es-ES_tradnl" altLang="es-EC" sz="240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C60FA1A-8EB0-FAC2-F16C-CA221D527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2698" y="2668132"/>
            <a:ext cx="12808761" cy="132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8" tIns="45713" rIns="91428" bIns="45713">
            <a:spAutoFit/>
          </a:bodyPr>
          <a:lstStyle/>
          <a:p>
            <a:pPr eaLnBrk="1" hangingPunct="1"/>
            <a:r>
              <a:rPr lang="es-ES_tradnl" altLang="es-EC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Mediante la implementación de un modelo matemático, descubrimos que </a:t>
            </a:r>
            <a:r>
              <a:rPr lang="es-ES" altLang="es-EC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mejor predictor del comportamiento futuro es el </a:t>
            </a:r>
            <a:r>
              <a:rPr lang="es-ES" altLang="es-EC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hábito digital previo</a:t>
            </a:r>
            <a:r>
              <a:rPr lang="es-ES" altLang="es-EC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(quien ya probó digital tiende a repetir) la decisión de canal tiene un componente de conveniencia difícil de forzar; hay un segmento identificable de clientes, en donde un empujón comercial podría ser más eficiente.</a:t>
            </a:r>
            <a:endParaRPr lang="es-ES_tradnl" altLang="es-EC" sz="20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4">
            <a:extLst>
              <a:ext uri="{FF2B5EF4-FFF2-40B4-BE49-F238E27FC236}">
                <a16:creationId xmlns:a16="http://schemas.microsoft.com/office/drawing/2014/main" id="{CD00EAC5-F017-E830-CAA0-AE97154724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1118" y="4165644"/>
            <a:ext cx="10287000" cy="1077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8" tIns="45713" rIns="91428" bIns="45713">
            <a:spAutoFit/>
          </a:bodyPr>
          <a:lstStyle/>
          <a:p>
            <a:pPr eaLnBrk="1" hangingPunct="1"/>
            <a:r>
              <a:rPr lang="es-EC" altLang="es-EC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mayor </a:t>
            </a:r>
            <a:r>
              <a:rPr lang="es-EC" altLang="es-EC" sz="3200" dirty="0">
                <a:solidFill>
                  <a:srgbClr val="005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madurez digital, </a:t>
            </a:r>
            <a:r>
              <a:rPr lang="es-EC" altLang="es-EC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mayor probabilidad de que el cliente</a:t>
            </a:r>
            <a:r>
              <a:rPr lang="es-EC" altLang="es-EC" sz="3200" dirty="0">
                <a:solidFill>
                  <a:srgbClr val="005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elija el canal digital</a:t>
            </a:r>
            <a:endParaRPr lang="es-ES_tradnl" altLang="es-EC" sz="20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1E8C5AD-FCEE-3CD7-1C02-3726264C2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5281" y="5263938"/>
            <a:ext cx="10899484" cy="4451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516170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11007-0EA1-4144-1A9F-4210B99FF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F6C14AD3-72B1-AC3D-6947-A8B64F0125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76300" y="571500"/>
            <a:ext cx="7254875" cy="13223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s-ES_tradnl" altLang="es-EC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Apartado 04</a:t>
            </a:r>
            <a:br>
              <a:rPr lang="es-ES_tradnl" altLang="es-EC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_tradnl" altLang="es-EC" sz="4400" b="1" dirty="0">
                <a:solidFill>
                  <a:srgbClr val="005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Próximos pasos</a:t>
            </a:r>
            <a:endParaRPr lang="es-ES_tradnl" altLang="es-EC" dirty="0">
              <a:solidFill>
                <a:srgbClr val="00566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93" name="Slide Number Placeholder 2">
            <a:extLst>
              <a:ext uri="{FF2B5EF4-FFF2-40B4-BE49-F238E27FC236}">
                <a16:creationId xmlns:a16="http://schemas.microsoft.com/office/drawing/2014/main" id="{827FD2CF-1D66-E099-1E69-2C522F419F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t>pág.</a:t>
            </a:r>
          </a:p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t>0</a:t>
            </a:r>
            <a:fld id="{91178AA3-29AE-48AC-91E5-83BD819E4E2A}" type="slidenum"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pPr eaLnBrk="1" hangingPunct="1"/>
              <a:t>6</a:t>
            </a:fld>
            <a:endParaRPr lang="es-ES" altLang="es-ES" b="1">
              <a:solidFill>
                <a:schemeClr val="accent2"/>
              </a:solidFill>
              <a:latin typeface="Franklin Gothic Medium" panose="020B0603020102020204" pitchFamily="34" charset="0"/>
            </a:endParaRPr>
          </a:p>
        </p:txBody>
      </p:sp>
      <p:cxnSp>
        <p:nvCxnSpPr>
          <p:cNvPr id="5" name="Straight Connector 26">
            <a:extLst>
              <a:ext uri="{FF2B5EF4-FFF2-40B4-BE49-F238E27FC236}">
                <a16:creationId xmlns:a16="http://schemas.microsoft.com/office/drawing/2014/main" id="{F5194066-126F-B70F-1710-B80E99E4F134}"/>
              </a:ext>
            </a:extLst>
          </p:cNvPr>
          <p:cNvCxnSpPr>
            <a:endCxn id="16" idx="7"/>
          </p:cNvCxnSpPr>
          <p:nvPr/>
        </p:nvCxnSpPr>
        <p:spPr>
          <a:xfrm flipH="1">
            <a:off x="1422400" y="5143500"/>
            <a:ext cx="15193963" cy="0"/>
          </a:xfrm>
          <a:prstGeom prst="line">
            <a:avLst/>
          </a:prstGeom>
          <a:ln w="25400">
            <a:solidFill>
              <a:schemeClr val="accent2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12">
            <a:extLst>
              <a:ext uri="{FF2B5EF4-FFF2-40B4-BE49-F238E27FC236}">
                <a16:creationId xmlns:a16="http://schemas.microsoft.com/office/drawing/2014/main" id="{3FA05DBF-3190-7A0C-BDA8-C9E383D51CE0}"/>
              </a:ext>
            </a:extLst>
          </p:cNvPr>
          <p:cNvSpPr/>
          <p:nvPr/>
        </p:nvSpPr>
        <p:spPr>
          <a:xfrm rot="10800000">
            <a:off x="3379788" y="4964113"/>
            <a:ext cx="360362" cy="358775"/>
          </a:xfrm>
          <a:prstGeom prst="ellipse">
            <a:avLst/>
          </a:prstGeom>
          <a:solidFill>
            <a:schemeClr val="accent5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uk-UA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21">
            <a:extLst>
              <a:ext uri="{FF2B5EF4-FFF2-40B4-BE49-F238E27FC236}">
                <a16:creationId xmlns:a16="http://schemas.microsoft.com/office/drawing/2014/main" id="{DFE52F5C-849F-971F-88B1-253D34C9ED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625" y="5580063"/>
            <a:ext cx="38290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1" hangingPunct="1"/>
            <a:r>
              <a:rPr lang="es-ES_tradnl" altLang="es-EC" sz="3600" dirty="0">
                <a:solidFill>
                  <a:srgbClr val="219BC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Lanzar</a:t>
            </a:r>
          </a:p>
        </p:txBody>
      </p:sp>
      <p:sp>
        <p:nvSpPr>
          <p:cNvPr id="8" name="TextBox 22">
            <a:extLst>
              <a:ext uri="{FF2B5EF4-FFF2-40B4-BE49-F238E27FC236}">
                <a16:creationId xmlns:a16="http://schemas.microsoft.com/office/drawing/2014/main" id="{BF1362D3-A1F7-D6E5-C8A3-C8BEBA6D38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2580" y="4248151"/>
            <a:ext cx="18347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eaLnBrk="1" hangingPunct="1"/>
            <a:r>
              <a:rPr lang="es-ES_tradnl" altLang="es-EC" sz="2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2026-07-05</a:t>
            </a:r>
          </a:p>
        </p:txBody>
      </p:sp>
      <p:sp>
        <p:nvSpPr>
          <p:cNvPr id="10" name="TextBox 23">
            <a:extLst>
              <a:ext uri="{FF2B5EF4-FFF2-40B4-BE49-F238E27FC236}">
                <a16:creationId xmlns:a16="http://schemas.microsoft.com/office/drawing/2014/main" id="{9ED43C0B-B078-566B-41EC-244E6A1445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7113" y="6319838"/>
            <a:ext cx="2624137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algn="ctr" eaLnBrk="1" hangingPunct="1"/>
            <a:r>
              <a:rPr lang="es-ES_tradnl" altLang="es-E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Lanzamiento de campaña comercial para enfocar esfuerzos en clientes con alta probabilidad de elegir canal digital</a:t>
            </a:r>
          </a:p>
        </p:txBody>
      </p:sp>
      <p:grpSp>
        <p:nvGrpSpPr>
          <p:cNvPr id="11" name="Agrupar 6">
            <a:extLst>
              <a:ext uri="{FF2B5EF4-FFF2-40B4-BE49-F238E27FC236}">
                <a16:creationId xmlns:a16="http://schemas.microsoft.com/office/drawing/2014/main" id="{A29062D6-ED82-2B48-C8BC-69DB29945662}"/>
              </a:ext>
            </a:extLst>
          </p:cNvPr>
          <p:cNvGrpSpPr>
            <a:grpSpLocks/>
          </p:cNvGrpSpPr>
          <p:nvPr/>
        </p:nvGrpSpPr>
        <p:grpSpPr bwMode="auto">
          <a:xfrm>
            <a:off x="16175038" y="4427538"/>
            <a:ext cx="1431925" cy="1431925"/>
            <a:chOff x="15344997" y="3967844"/>
            <a:chExt cx="2351314" cy="2351315"/>
          </a:xfrm>
        </p:grpSpPr>
        <p:sp>
          <p:nvSpPr>
            <p:cNvPr id="12" name="Oval 3">
              <a:extLst>
                <a:ext uri="{FF2B5EF4-FFF2-40B4-BE49-F238E27FC236}">
                  <a16:creationId xmlns:a16="http://schemas.microsoft.com/office/drawing/2014/main" id="{0F461A74-71F1-1499-78B6-304B25E1C1AC}"/>
                </a:ext>
              </a:extLst>
            </p:cNvPr>
            <p:cNvSpPr/>
            <p:nvPr/>
          </p:nvSpPr>
          <p:spPr>
            <a:xfrm rot="10800000">
              <a:off x="15344997" y="3967844"/>
              <a:ext cx="2351314" cy="2351315"/>
            </a:xfrm>
            <a:prstGeom prst="ellipse">
              <a:avLst/>
            </a:prstGeom>
            <a:solidFill>
              <a:schemeClr val="accent1"/>
            </a:solidFill>
            <a:ln w="63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137140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uk-UA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Freeform 427">
              <a:extLst>
                <a:ext uri="{FF2B5EF4-FFF2-40B4-BE49-F238E27FC236}">
                  <a16:creationId xmlns:a16="http://schemas.microsoft.com/office/drawing/2014/main" id="{9F22C152-8B50-282E-080E-8D9A4952B4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097334" y="4472150"/>
              <a:ext cx="846498" cy="1342703"/>
            </a:xfrm>
            <a:custGeom>
              <a:avLst/>
              <a:gdLst>
                <a:gd name="T0" fmla="*/ 2147483646 w 112"/>
                <a:gd name="T1" fmla="*/ 0 h 176"/>
                <a:gd name="T2" fmla="*/ 2147483646 w 112"/>
                <a:gd name="T3" fmla="*/ 0 h 176"/>
                <a:gd name="T4" fmla="*/ 0 w 112"/>
                <a:gd name="T5" fmla="*/ 2147483646 h 176"/>
                <a:gd name="T6" fmla="*/ 0 w 112"/>
                <a:gd name="T7" fmla="*/ 2147483646 h 176"/>
                <a:gd name="T8" fmla="*/ 2147483646 w 112"/>
                <a:gd name="T9" fmla="*/ 2147483646 h 176"/>
                <a:gd name="T10" fmla="*/ 2147483646 w 112"/>
                <a:gd name="T11" fmla="*/ 2147483646 h 176"/>
                <a:gd name="T12" fmla="*/ 2147483646 w 112"/>
                <a:gd name="T13" fmla="*/ 2147483646 h 176"/>
                <a:gd name="T14" fmla="*/ 2147483646 w 112"/>
                <a:gd name="T15" fmla="*/ 2147483646 h 176"/>
                <a:gd name="T16" fmla="*/ 2147483646 w 112"/>
                <a:gd name="T17" fmla="*/ 2147483646 h 176"/>
                <a:gd name="T18" fmla="*/ 2147483646 w 112"/>
                <a:gd name="T19" fmla="*/ 2147483646 h 176"/>
                <a:gd name="T20" fmla="*/ 2147483646 w 112"/>
                <a:gd name="T21" fmla="*/ 2147483646 h 176"/>
                <a:gd name="T22" fmla="*/ 2147483646 w 112"/>
                <a:gd name="T23" fmla="*/ 2147483646 h 176"/>
                <a:gd name="T24" fmla="*/ 2147483646 w 112"/>
                <a:gd name="T25" fmla="*/ 2147483646 h 176"/>
                <a:gd name="T26" fmla="*/ 2147483646 w 112"/>
                <a:gd name="T27" fmla="*/ 2147483646 h 176"/>
                <a:gd name="T28" fmla="*/ 2147483646 w 112"/>
                <a:gd name="T29" fmla="*/ 2147483646 h 176"/>
                <a:gd name="T30" fmla="*/ 2147483646 w 112"/>
                <a:gd name="T31" fmla="*/ 2147483646 h 176"/>
                <a:gd name="T32" fmla="*/ 2147483646 w 112"/>
                <a:gd name="T33" fmla="*/ 0 h 176"/>
                <a:gd name="T34" fmla="*/ 2147483646 w 112"/>
                <a:gd name="T35" fmla="*/ 2147483646 h 176"/>
                <a:gd name="T36" fmla="*/ 2147483646 w 112"/>
                <a:gd name="T37" fmla="*/ 2147483646 h 176"/>
                <a:gd name="T38" fmla="*/ 2147483646 w 112"/>
                <a:gd name="T39" fmla="*/ 2147483646 h 176"/>
                <a:gd name="T40" fmla="*/ 2147483646 w 112"/>
                <a:gd name="T41" fmla="*/ 2147483646 h 176"/>
                <a:gd name="T42" fmla="*/ 2147483646 w 112"/>
                <a:gd name="T43" fmla="*/ 2147483646 h 176"/>
                <a:gd name="T44" fmla="*/ 2147483646 w 112"/>
                <a:gd name="T45" fmla="*/ 2147483646 h 176"/>
                <a:gd name="T46" fmla="*/ 2147483646 w 112"/>
                <a:gd name="T47" fmla="*/ 2147483646 h 176"/>
                <a:gd name="T48" fmla="*/ 2147483646 w 112"/>
                <a:gd name="T49" fmla="*/ 2147483646 h 176"/>
                <a:gd name="T50" fmla="*/ 2147483646 w 112"/>
                <a:gd name="T51" fmla="*/ 2147483646 h 176"/>
                <a:gd name="T52" fmla="*/ 2147483646 w 112"/>
                <a:gd name="T53" fmla="*/ 2147483646 h 176"/>
                <a:gd name="T54" fmla="*/ 2147483646 w 112"/>
                <a:gd name="T55" fmla="*/ 2147483646 h 176"/>
                <a:gd name="T56" fmla="*/ 2147483646 w 112"/>
                <a:gd name="T57" fmla="*/ 2147483646 h 176"/>
                <a:gd name="T58" fmla="*/ 2147483646 w 112"/>
                <a:gd name="T59" fmla="*/ 2147483646 h 176"/>
                <a:gd name="T60" fmla="*/ 2147483646 w 112"/>
                <a:gd name="T61" fmla="*/ 2147483646 h 176"/>
                <a:gd name="T62" fmla="*/ 2147483646 w 112"/>
                <a:gd name="T63" fmla="*/ 2147483646 h 176"/>
                <a:gd name="T64" fmla="*/ 2147483646 w 112"/>
                <a:gd name="T65" fmla="*/ 2147483646 h 17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12" h="176">
                  <a:moveTo>
                    <a:pt x="108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0" y="78"/>
                    <a:pt x="23" y="102"/>
                    <a:pt x="52" y="104"/>
                  </a:cubicBezTo>
                  <a:cubicBezTo>
                    <a:pt x="52" y="168"/>
                    <a:pt x="52" y="168"/>
                    <a:pt x="52" y="168"/>
                  </a:cubicBezTo>
                  <a:cubicBezTo>
                    <a:pt x="20" y="168"/>
                    <a:pt x="20" y="168"/>
                    <a:pt x="20" y="168"/>
                  </a:cubicBezTo>
                  <a:cubicBezTo>
                    <a:pt x="18" y="168"/>
                    <a:pt x="16" y="170"/>
                    <a:pt x="16" y="172"/>
                  </a:cubicBezTo>
                  <a:cubicBezTo>
                    <a:pt x="16" y="174"/>
                    <a:pt x="18" y="176"/>
                    <a:pt x="20" y="176"/>
                  </a:cubicBezTo>
                  <a:cubicBezTo>
                    <a:pt x="92" y="176"/>
                    <a:pt x="92" y="176"/>
                    <a:pt x="92" y="176"/>
                  </a:cubicBezTo>
                  <a:cubicBezTo>
                    <a:pt x="94" y="176"/>
                    <a:pt x="96" y="174"/>
                    <a:pt x="96" y="172"/>
                  </a:cubicBezTo>
                  <a:cubicBezTo>
                    <a:pt x="96" y="170"/>
                    <a:pt x="94" y="168"/>
                    <a:pt x="92" y="168"/>
                  </a:cubicBezTo>
                  <a:cubicBezTo>
                    <a:pt x="60" y="168"/>
                    <a:pt x="60" y="168"/>
                    <a:pt x="60" y="168"/>
                  </a:cubicBezTo>
                  <a:cubicBezTo>
                    <a:pt x="60" y="104"/>
                    <a:pt x="60" y="104"/>
                    <a:pt x="60" y="104"/>
                  </a:cubicBezTo>
                  <a:cubicBezTo>
                    <a:pt x="89" y="102"/>
                    <a:pt x="112" y="78"/>
                    <a:pt x="112" y="48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112" y="2"/>
                    <a:pt x="110" y="0"/>
                    <a:pt x="108" y="0"/>
                  </a:cubicBezTo>
                  <a:moveTo>
                    <a:pt x="104" y="48"/>
                  </a:moveTo>
                  <a:cubicBezTo>
                    <a:pt x="104" y="75"/>
                    <a:pt x="83" y="96"/>
                    <a:pt x="56" y="96"/>
                  </a:cubicBezTo>
                  <a:cubicBezTo>
                    <a:pt x="29" y="96"/>
                    <a:pt x="8" y="75"/>
                    <a:pt x="8" y="48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19" y="29"/>
                    <a:pt x="25" y="31"/>
                    <a:pt x="34" y="36"/>
                  </a:cubicBezTo>
                  <a:cubicBezTo>
                    <a:pt x="40" y="39"/>
                    <a:pt x="47" y="43"/>
                    <a:pt x="58" y="46"/>
                  </a:cubicBezTo>
                  <a:cubicBezTo>
                    <a:pt x="62" y="47"/>
                    <a:pt x="65" y="48"/>
                    <a:pt x="69" y="48"/>
                  </a:cubicBezTo>
                  <a:cubicBezTo>
                    <a:pt x="84" y="48"/>
                    <a:pt x="97" y="40"/>
                    <a:pt x="104" y="34"/>
                  </a:cubicBezTo>
                  <a:lnTo>
                    <a:pt x="104" y="48"/>
                  </a:lnTo>
                  <a:close/>
                  <a:moveTo>
                    <a:pt x="104" y="23"/>
                  </a:moveTo>
                  <a:cubicBezTo>
                    <a:pt x="103" y="24"/>
                    <a:pt x="81" y="45"/>
                    <a:pt x="60" y="38"/>
                  </a:cubicBezTo>
                  <a:cubicBezTo>
                    <a:pt x="50" y="35"/>
                    <a:pt x="44" y="32"/>
                    <a:pt x="38" y="29"/>
                  </a:cubicBezTo>
                  <a:cubicBezTo>
                    <a:pt x="28" y="24"/>
                    <a:pt x="21" y="20"/>
                    <a:pt x="8" y="22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104" y="8"/>
                    <a:pt x="104" y="8"/>
                    <a:pt x="104" y="8"/>
                  </a:cubicBezTo>
                  <a:lnTo>
                    <a:pt x="104" y="2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1428" tIns="45713" rIns="91428" bIns="45713"/>
            <a:lstStyle/>
            <a:p>
              <a:endParaRPr lang="es-EC"/>
            </a:p>
          </p:txBody>
        </p:sp>
      </p:grpSp>
      <p:grpSp>
        <p:nvGrpSpPr>
          <p:cNvPr id="14" name="Group 5">
            <a:extLst>
              <a:ext uri="{FF2B5EF4-FFF2-40B4-BE49-F238E27FC236}">
                <a16:creationId xmlns:a16="http://schemas.microsoft.com/office/drawing/2014/main" id="{9FD8A477-1781-6EB8-FF27-10E2557F27D9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4427538"/>
            <a:ext cx="1433513" cy="1431925"/>
            <a:chOff x="2424793" y="4005943"/>
            <a:chExt cx="2351314" cy="2351314"/>
          </a:xfrm>
        </p:grpSpPr>
        <p:sp>
          <p:nvSpPr>
            <p:cNvPr id="15" name="Oval 3">
              <a:extLst>
                <a:ext uri="{FF2B5EF4-FFF2-40B4-BE49-F238E27FC236}">
                  <a16:creationId xmlns:a16="http://schemas.microsoft.com/office/drawing/2014/main" id="{8B91F63C-2BBA-F260-A4D1-D6B7B015229B}"/>
                </a:ext>
              </a:extLst>
            </p:cNvPr>
            <p:cNvSpPr/>
            <p:nvPr/>
          </p:nvSpPr>
          <p:spPr>
            <a:xfrm>
              <a:off x="2424793" y="4005943"/>
              <a:ext cx="2351314" cy="2351314"/>
            </a:xfrm>
            <a:prstGeom prst="ellipse">
              <a:avLst/>
            </a:prstGeom>
            <a:solidFill>
              <a:schemeClr val="accent1"/>
            </a:solidFill>
            <a:ln w="63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137140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uk-UA"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Freeform 450">
              <a:extLst>
                <a:ext uri="{FF2B5EF4-FFF2-40B4-BE49-F238E27FC236}">
                  <a16:creationId xmlns:a16="http://schemas.microsoft.com/office/drawing/2014/main" id="{55AB768A-ECFA-FE67-1BB9-C98A18204B3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05150" y="4686300"/>
              <a:ext cx="990600" cy="990600"/>
            </a:xfrm>
            <a:custGeom>
              <a:avLst/>
              <a:gdLst>
                <a:gd name="T0" fmla="*/ 2147483646 w 176"/>
                <a:gd name="T1" fmla="*/ 2147483646 h 176"/>
                <a:gd name="T2" fmla="*/ 2147483646 w 176"/>
                <a:gd name="T3" fmla="*/ 2147483646 h 176"/>
                <a:gd name="T4" fmla="*/ 2147483646 w 176"/>
                <a:gd name="T5" fmla="*/ 2147483646 h 176"/>
                <a:gd name="T6" fmla="*/ 2147483646 w 176"/>
                <a:gd name="T7" fmla="*/ 2147483646 h 176"/>
                <a:gd name="T8" fmla="*/ 2147483646 w 176"/>
                <a:gd name="T9" fmla="*/ 2147483646 h 176"/>
                <a:gd name="T10" fmla="*/ 2147483646 w 176"/>
                <a:gd name="T11" fmla="*/ 2147483646 h 176"/>
                <a:gd name="T12" fmla="*/ 2147483646 w 176"/>
                <a:gd name="T13" fmla="*/ 2147483646 h 176"/>
                <a:gd name="T14" fmla="*/ 2147483646 w 176"/>
                <a:gd name="T15" fmla="*/ 2147483646 h 176"/>
                <a:gd name="T16" fmla="*/ 2147483646 w 176"/>
                <a:gd name="T17" fmla="*/ 2147483646 h 176"/>
                <a:gd name="T18" fmla="*/ 2147483646 w 176"/>
                <a:gd name="T19" fmla="*/ 2147483646 h 176"/>
                <a:gd name="T20" fmla="*/ 2147483646 w 176"/>
                <a:gd name="T21" fmla="*/ 2147483646 h 176"/>
                <a:gd name="T22" fmla="*/ 2147483646 w 176"/>
                <a:gd name="T23" fmla="*/ 2147483646 h 176"/>
                <a:gd name="T24" fmla="*/ 2147483646 w 176"/>
                <a:gd name="T25" fmla="*/ 2147483646 h 176"/>
                <a:gd name="T26" fmla="*/ 2147483646 w 176"/>
                <a:gd name="T27" fmla="*/ 2147483646 h 176"/>
                <a:gd name="T28" fmla="*/ 2147483646 w 176"/>
                <a:gd name="T29" fmla="*/ 2147483646 h 176"/>
                <a:gd name="T30" fmla="*/ 2147483646 w 176"/>
                <a:gd name="T31" fmla="*/ 2147483646 h 176"/>
                <a:gd name="T32" fmla="*/ 2147483646 w 176"/>
                <a:gd name="T33" fmla="*/ 2147483646 h 176"/>
                <a:gd name="T34" fmla="*/ 2147483646 w 176"/>
                <a:gd name="T35" fmla="*/ 2147483646 h 176"/>
                <a:gd name="T36" fmla="*/ 2147483646 w 176"/>
                <a:gd name="T37" fmla="*/ 2147483646 h 176"/>
                <a:gd name="T38" fmla="*/ 2147483646 w 176"/>
                <a:gd name="T39" fmla="*/ 2147483646 h 176"/>
                <a:gd name="T40" fmla="*/ 2147483646 w 176"/>
                <a:gd name="T41" fmla="*/ 2147483646 h 176"/>
                <a:gd name="T42" fmla="*/ 2147483646 w 176"/>
                <a:gd name="T43" fmla="*/ 2147483646 h 176"/>
                <a:gd name="T44" fmla="*/ 2147483646 w 176"/>
                <a:gd name="T45" fmla="*/ 2147483646 h 176"/>
                <a:gd name="T46" fmla="*/ 0 w 176"/>
                <a:gd name="T47" fmla="*/ 2147483646 h 176"/>
                <a:gd name="T48" fmla="*/ 2147483646 w 176"/>
                <a:gd name="T49" fmla="*/ 2147483646 h 176"/>
                <a:gd name="T50" fmla="*/ 2147483646 w 176"/>
                <a:gd name="T51" fmla="*/ 2147483646 h 176"/>
                <a:gd name="T52" fmla="*/ 2147483646 w 176"/>
                <a:gd name="T53" fmla="*/ 2147483646 h 176"/>
                <a:gd name="T54" fmla="*/ 2147483646 w 176"/>
                <a:gd name="T55" fmla="*/ 2147483646 h 176"/>
                <a:gd name="T56" fmla="*/ 2147483646 w 176"/>
                <a:gd name="T57" fmla="*/ 2147483646 h 176"/>
                <a:gd name="T58" fmla="*/ 2147483646 w 176"/>
                <a:gd name="T59" fmla="*/ 2147483646 h 176"/>
                <a:gd name="T60" fmla="*/ 2147483646 w 176"/>
                <a:gd name="T61" fmla="*/ 2147483646 h 176"/>
                <a:gd name="T62" fmla="*/ 2147483646 w 176"/>
                <a:gd name="T63" fmla="*/ 2147483646 h 176"/>
                <a:gd name="T64" fmla="*/ 2147483646 w 176"/>
                <a:gd name="T65" fmla="*/ 2147483646 h 176"/>
                <a:gd name="T66" fmla="*/ 2147483646 w 176"/>
                <a:gd name="T67" fmla="*/ 2147483646 h 176"/>
                <a:gd name="T68" fmla="*/ 2147483646 w 176"/>
                <a:gd name="T69" fmla="*/ 2147483646 h 176"/>
                <a:gd name="T70" fmla="*/ 2147483646 w 176"/>
                <a:gd name="T71" fmla="*/ 2147483646 h 176"/>
                <a:gd name="T72" fmla="*/ 2147483646 w 176"/>
                <a:gd name="T73" fmla="*/ 2147483646 h 176"/>
                <a:gd name="T74" fmla="*/ 2147483646 w 176"/>
                <a:gd name="T75" fmla="*/ 2147483646 h 176"/>
                <a:gd name="T76" fmla="*/ 2147483646 w 176"/>
                <a:gd name="T77" fmla="*/ 2147483646 h 176"/>
                <a:gd name="T78" fmla="*/ 2147483646 w 176"/>
                <a:gd name="T79" fmla="*/ 2147483646 h 17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176" h="176">
                  <a:moveTo>
                    <a:pt x="100" y="72"/>
                  </a:moveTo>
                  <a:cubicBezTo>
                    <a:pt x="140" y="72"/>
                    <a:pt x="140" y="72"/>
                    <a:pt x="140" y="72"/>
                  </a:cubicBezTo>
                  <a:cubicBezTo>
                    <a:pt x="142" y="72"/>
                    <a:pt x="144" y="70"/>
                    <a:pt x="144" y="68"/>
                  </a:cubicBezTo>
                  <a:cubicBezTo>
                    <a:pt x="144" y="66"/>
                    <a:pt x="142" y="64"/>
                    <a:pt x="140" y="64"/>
                  </a:cubicBezTo>
                  <a:cubicBezTo>
                    <a:pt x="100" y="64"/>
                    <a:pt x="100" y="64"/>
                    <a:pt x="100" y="64"/>
                  </a:cubicBezTo>
                  <a:cubicBezTo>
                    <a:pt x="98" y="64"/>
                    <a:pt x="96" y="66"/>
                    <a:pt x="96" y="68"/>
                  </a:cubicBezTo>
                  <a:cubicBezTo>
                    <a:pt x="96" y="70"/>
                    <a:pt x="98" y="72"/>
                    <a:pt x="100" y="72"/>
                  </a:cubicBezTo>
                  <a:moveTo>
                    <a:pt x="100" y="56"/>
                  </a:moveTo>
                  <a:cubicBezTo>
                    <a:pt x="124" y="56"/>
                    <a:pt x="124" y="56"/>
                    <a:pt x="124" y="56"/>
                  </a:cubicBezTo>
                  <a:cubicBezTo>
                    <a:pt x="126" y="56"/>
                    <a:pt x="128" y="54"/>
                    <a:pt x="128" y="52"/>
                  </a:cubicBezTo>
                  <a:cubicBezTo>
                    <a:pt x="128" y="50"/>
                    <a:pt x="126" y="48"/>
                    <a:pt x="124" y="48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98" y="48"/>
                    <a:pt x="96" y="50"/>
                    <a:pt x="96" y="52"/>
                  </a:cubicBezTo>
                  <a:cubicBezTo>
                    <a:pt x="96" y="54"/>
                    <a:pt x="98" y="56"/>
                    <a:pt x="100" y="56"/>
                  </a:cubicBezTo>
                  <a:moveTo>
                    <a:pt x="100" y="88"/>
                  </a:moveTo>
                  <a:cubicBezTo>
                    <a:pt x="116" y="88"/>
                    <a:pt x="116" y="88"/>
                    <a:pt x="116" y="88"/>
                  </a:cubicBezTo>
                  <a:cubicBezTo>
                    <a:pt x="118" y="88"/>
                    <a:pt x="120" y="86"/>
                    <a:pt x="120" y="84"/>
                  </a:cubicBezTo>
                  <a:cubicBezTo>
                    <a:pt x="120" y="82"/>
                    <a:pt x="118" y="80"/>
                    <a:pt x="116" y="80"/>
                  </a:cubicBezTo>
                  <a:cubicBezTo>
                    <a:pt x="100" y="80"/>
                    <a:pt x="100" y="80"/>
                    <a:pt x="100" y="80"/>
                  </a:cubicBezTo>
                  <a:cubicBezTo>
                    <a:pt x="98" y="80"/>
                    <a:pt x="96" y="82"/>
                    <a:pt x="96" y="84"/>
                  </a:cubicBezTo>
                  <a:cubicBezTo>
                    <a:pt x="96" y="86"/>
                    <a:pt x="98" y="88"/>
                    <a:pt x="100" y="88"/>
                  </a:cubicBezTo>
                  <a:moveTo>
                    <a:pt x="40" y="104"/>
                  </a:moveTo>
                  <a:cubicBezTo>
                    <a:pt x="72" y="104"/>
                    <a:pt x="72" y="104"/>
                    <a:pt x="72" y="104"/>
                  </a:cubicBezTo>
                  <a:cubicBezTo>
                    <a:pt x="76" y="104"/>
                    <a:pt x="80" y="100"/>
                    <a:pt x="80" y="96"/>
                  </a:cubicBezTo>
                  <a:cubicBezTo>
                    <a:pt x="80" y="56"/>
                    <a:pt x="80" y="56"/>
                    <a:pt x="80" y="56"/>
                  </a:cubicBezTo>
                  <a:cubicBezTo>
                    <a:pt x="80" y="52"/>
                    <a:pt x="76" y="48"/>
                    <a:pt x="72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36" y="48"/>
                    <a:pt x="32" y="52"/>
                    <a:pt x="32" y="56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2" y="100"/>
                    <a:pt x="36" y="104"/>
                    <a:pt x="40" y="104"/>
                  </a:cubicBezTo>
                  <a:moveTo>
                    <a:pt x="40" y="56"/>
                  </a:moveTo>
                  <a:cubicBezTo>
                    <a:pt x="72" y="56"/>
                    <a:pt x="72" y="56"/>
                    <a:pt x="72" y="56"/>
                  </a:cubicBezTo>
                  <a:cubicBezTo>
                    <a:pt x="72" y="96"/>
                    <a:pt x="72" y="96"/>
                    <a:pt x="72" y="96"/>
                  </a:cubicBezTo>
                  <a:cubicBezTo>
                    <a:pt x="40" y="96"/>
                    <a:pt x="40" y="96"/>
                    <a:pt x="40" y="96"/>
                  </a:cubicBezTo>
                  <a:lnTo>
                    <a:pt x="40" y="56"/>
                  </a:lnTo>
                  <a:close/>
                  <a:moveTo>
                    <a:pt x="100" y="104"/>
                  </a:moveTo>
                  <a:cubicBezTo>
                    <a:pt x="140" y="104"/>
                    <a:pt x="140" y="104"/>
                    <a:pt x="140" y="104"/>
                  </a:cubicBezTo>
                  <a:cubicBezTo>
                    <a:pt x="142" y="104"/>
                    <a:pt x="144" y="102"/>
                    <a:pt x="144" y="100"/>
                  </a:cubicBezTo>
                  <a:cubicBezTo>
                    <a:pt x="144" y="98"/>
                    <a:pt x="142" y="96"/>
                    <a:pt x="140" y="96"/>
                  </a:cubicBezTo>
                  <a:cubicBezTo>
                    <a:pt x="100" y="96"/>
                    <a:pt x="100" y="96"/>
                    <a:pt x="100" y="96"/>
                  </a:cubicBezTo>
                  <a:cubicBezTo>
                    <a:pt x="98" y="96"/>
                    <a:pt x="96" y="98"/>
                    <a:pt x="96" y="100"/>
                  </a:cubicBezTo>
                  <a:cubicBezTo>
                    <a:pt x="96" y="102"/>
                    <a:pt x="98" y="104"/>
                    <a:pt x="100" y="104"/>
                  </a:cubicBezTo>
                  <a:moveTo>
                    <a:pt x="168" y="8"/>
                  </a:moveTo>
                  <a:cubicBezTo>
                    <a:pt x="96" y="8"/>
                    <a:pt x="96" y="8"/>
                    <a:pt x="96" y="8"/>
                  </a:cubicBezTo>
                  <a:cubicBezTo>
                    <a:pt x="96" y="4"/>
                    <a:pt x="92" y="0"/>
                    <a:pt x="88" y="0"/>
                  </a:cubicBezTo>
                  <a:cubicBezTo>
                    <a:pt x="84" y="0"/>
                    <a:pt x="80" y="4"/>
                    <a:pt x="80" y="8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4" y="8"/>
                    <a:pt x="0" y="12"/>
                    <a:pt x="0" y="16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8"/>
                    <a:pt x="4" y="32"/>
                    <a:pt x="8" y="32"/>
                  </a:cubicBezTo>
                  <a:cubicBezTo>
                    <a:pt x="8" y="128"/>
                    <a:pt x="8" y="128"/>
                    <a:pt x="8" y="128"/>
                  </a:cubicBezTo>
                  <a:cubicBezTo>
                    <a:pt x="8" y="132"/>
                    <a:pt x="12" y="136"/>
                    <a:pt x="16" y="136"/>
                  </a:cubicBezTo>
                  <a:cubicBezTo>
                    <a:pt x="84" y="136"/>
                    <a:pt x="84" y="136"/>
                    <a:pt x="84" y="136"/>
                  </a:cubicBezTo>
                  <a:cubicBezTo>
                    <a:pt x="84" y="146"/>
                    <a:pt x="84" y="146"/>
                    <a:pt x="84" y="146"/>
                  </a:cubicBezTo>
                  <a:cubicBezTo>
                    <a:pt x="61" y="169"/>
                    <a:pt x="61" y="169"/>
                    <a:pt x="61" y="169"/>
                  </a:cubicBezTo>
                  <a:cubicBezTo>
                    <a:pt x="60" y="170"/>
                    <a:pt x="60" y="171"/>
                    <a:pt x="60" y="172"/>
                  </a:cubicBezTo>
                  <a:cubicBezTo>
                    <a:pt x="60" y="174"/>
                    <a:pt x="62" y="176"/>
                    <a:pt x="64" y="176"/>
                  </a:cubicBezTo>
                  <a:cubicBezTo>
                    <a:pt x="65" y="176"/>
                    <a:pt x="66" y="176"/>
                    <a:pt x="67" y="175"/>
                  </a:cubicBezTo>
                  <a:cubicBezTo>
                    <a:pt x="88" y="154"/>
                    <a:pt x="88" y="154"/>
                    <a:pt x="88" y="154"/>
                  </a:cubicBezTo>
                  <a:cubicBezTo>
                    <a:pt x="109" y="175"/>
                    <a:pt x="109" y="175"/>
                    <a:pt x="109" y="175"/>
                  </a:cubicBezTo>
                  <a:cubicBezTo>
                    <a:pt x="110" y="176"/>
                    <a:pt x="111" y="176"/>
                    <a:pt x="112" y="176"/>
                  </a:cubicBezTo>
                  <a:cubicBezTo>
                    <a:pt x="114" y="176"/>
                    <a:pt x="116" y="174"/>
                    <a:pt x="116" y="172"/>
                  </a:cubicBezTo>
                  <a:cubicBezTo>
                    <a:pt x="116" y="171"/>
                    <a:pt x="116" y="170"/>
                    <a:pt x="115" y="169"/>
                  </a:cubicBezTo>
                  <a:cubicBezTo>
                    <a:pt x="92" y="146"/>
                    <a:pt x="92" y="146"/>
                    <a:pt x="92" y="146"/>
                  </a:cubicBezTo>
                  <a:cubicBezTo>
                    <a:pt x="92" y="136"/>
                    <a:pt x="92" y="136"/>
                    <a:pt x="92" y="136"/>
                  </a:cubicBezTo>
                  <a:cubicBezTo>
                    <a:pt x="160" y="136"/>
                    <a:pt x="160" y="136"/>
                    <a:pt x="160" y="136"/>
                  </a:cubicBezTo>
                  <a:cubicBezTo>
                    <a:pt x="164" y="136"/>
                    <a:pt x="168" y="132"/>
                    <a:pt x="168" y="128"/>
                  </a:cubicBezTo>
                  <a:cubicBezTo>
                    <a:pt x="168" y="32"/>
                    <a:pt x="168" y="32"/>
                    <a:pt x="168" y="32"/>
                  </a:cubicBezTo>
                  <a:cubicBezTo>
                    <a:pt x="172" y="32"/>
                    <a:pt x="176" y="28"/>
                    <a:pt x="176" y="24"/>
                  </a:cubicBezTo>
                  <a:cubicBezTo>
                    <a:pt x="176" y="16"/>
                    <a:pt x="176" y="16"/>
                    <a:pt x="176" y="16"/>
                  </a:cubicBezTo>
                  <a:cubicBezTo>
                    <a:pt x="176" y="12"/>
                    <a:pt x="172" y="8"/>
                    <a:pt x="168" y="8"/>
                  </a:cubicBezTo>
                  <a:moveTo>
                    <a:pt x="160" y="128"/>
                  </a:moveTo>
                  <a:cubicBezTo>
                    <a:pt x="16" y="128"/>
                    <a:pt x="16" y="128"/>
                    <a:pt x="16" y="128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0" y="32"/>
                    <a:pt x="160" y="32"/>
                    <a:pt x="160" y="32"/>
                  </a:cubicBezTo>
                  <a:lnTo>
                    <a:pt x="160" y="128"/>
                  </a:lnTo>
                  <a:close/>
                  <a:moveTo>
                    <a:pt x="168" y="24"/>
                  </a:moveTo>
                  <a:cubicBezTo>
                    <a:pt x="8" y="24"/>
                    <a:pt x="8" y="24"/>
                    <a:pt x="8" y="24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168" y="16"/>
                    <a:pt x="168" y="16"/>
                    <a:pt x="168" y="16"/>
                  </a:cubicBezTo>
                  <a:lnTo>
                    <a:pt x="168" y="2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C"/>
            </a:p>
          </p:txBody>
        </p:sp>
      </p:grpSp>
      <p:sp>
        <p:nvSpPr>
          <p:cNvPr id="21" name="Oval 12">
            <a:extLst>
              <a:ext uri="{FF2B5EF4-FFF2-40B4-BE49-F238E27FC236}">
                <a16:creationId xmlns:a16="http://schemas.microsoft.com/office/drawing/2014/main" id="{E267F533-0489-0F13-AD3C-6D1B0057E8D9}"/>
              </a:ext>
            </a:extLst>
          </p:cNvPr>
          <p:cNvSpPr/>
          <p:nvPr/>
        </p:nvSpPr>
        <p:spPr>
          <a:xfrm rot="10800000">
            <a:off x="8953500" y="4964113"/>
            <a:ext cx="360363" cy="358775"/>
          </a:xfrm>
          <a:prstGeom prst="ellipse">
            <a:avLst/>
          </a:prstGeom>
          <a:solidFill>
            <a:schemeClr val="accent5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uk-UA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2109D9F-C548-0870-2909-C9D2C0408C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2338" y="5580063"/>
            <a:ext cx="382905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1" hangingPunct="1"/>
            <a:r>
              <a:rPr lang="es-ES_tradnl" altLang="es-EC" sz="3600" dirty="0">
                <a:solidFill>
                  <a:srgbClr val="219BC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FFD860E-58C9-3AEF-EBBB-4F483436C0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72413" y="6319838"/>
            <a:ext cx="2622550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algn="ctr" eaLnBrk="1" hangingPunct="1"/>
            <a:r>
              <a:rPr lang="es-ES_tradnl" altLang="es-E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Medimos resultados de la campaña y efectividad real del modelo.</a:t>
            </a:r>
          </a:p>
        </p:txBody>
      </p:sp>
      <p:sp>
        <p:nvSpPr>
          <p:cNvPr id="29" name="Oval 12">
            <a:extLst>
              <a:ext uri="{FF2B5EF4-FFF2-40B4-BE49-F238E27FC236}">
                <a16:creationId xmlns:a16="http://schemas.microsoft.com/office/drawing/2014/main" id="{D8E2DC14-CCFC-D66F-3FFD-A8D05D6E7D32}"/>
              </a:ext>
            </a:extLst>
          </p:cNvPr>
          <p:cNvSpPr/>
          <p:nvPr/>
        </p:nvSpPr>
        <p:spPr>
          <a:xfrm rot="10800000">
            <a:off x="14562138" y="4964113"/>
            <a:ext cx="360362" cy="358775"/>
          </a:xfrm>
          <a:prstGeom prst="ellipse">
            <a:avLst/>
          </a:prstGeom>
          <a:solidFill>
            <a:schemeClr val="accent5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uk-UA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1">
            <a:extLst>
              <a:ext uri="{FF2B5EF4-FFF2-40B4-BE49-F238E27FC236}">
                <a16:creationId xmlns:a16="http://schemas.microsoft.com/office/drawing/2014/main" id="{741AE289-B919-3D38-0D38-6216F475E8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80975" y="5580063"/>
            <a:ext cx="38290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1" hangingPunct="1"/>
            <a:r>
              <a:rPr lang="es-ES_tradnl" altLang="es-EC" sz="3600" dirty="0">
                <a:solidFill>
                  <a:srgbClr val="219BC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Ajustar</a:t>
            </a:r>
          </a:p>
        </p:txBody>
      </p:sp>
      <p:sp>
        <p:nvSpPr>
          <p:cNvPr id="32" name="TextBox 23">
            <a:extLst>
              <a:ext uri="{FF2B5EF4-FFF2-40B4-BE49-F238E27FC236}">
                <a16:creationId xmlns:a16="http://schemas.microsoft.com/office/drawing/2014/main" id="{74A8177A-DD59-BAEB-39E6-E7E8750D35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81050" y="6319838"/>
            <a:ext cx="2624138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algn="ctr" eaLnBrk="1" hangingPunct="1"/>
            <a:r>
              <a:rPr lang="es-ES_tradnl" altLang="es-E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Ajustamos el modelo de ser necesario, para conseguir mejores resultados.</a:t>
            </a:r>
          </a:p>
        </p:txBody>
      </p:sp>
      <p:sp>
        <p:nvSpPr>
          <p:cNvPr id="33" name="TextBox 22">
            <a:extLst>
              <a:ext uri="{FF2B5EF4-FFF2-40B4-BE49-F238E27FC236}">
                <a16:creationId xmlns:a16="http://schemas.microsoft.com/office/drawing/2014/main" id="{AE15FD02-DC04-E364-32F4-FF63E467A0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91688" y="4243274"/>
            <a:ext cx="18347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eaLnBrk="1" hangingPunct="1"/>
            <a:r>
              <a:rPr lang="es-ES_tradnl" altLang="es-EC" sz="2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2026-08-05</a:t>
            </a:r>
          </a:p>
        </p:txBody>
      </p:sp>
      <p:sp>
        <p:nvSpPr>
          <p:cNvPr id="34" name="TextBox 22">
            <a:extLst>
              <a:ext uri="{FF2B5EF4-FFF2-40B4-BE49-F238E27FC236}">
                <a16:creationId xmlns:a16="http://schemas.microsoft.com/office/drawing/2014/main" id="{C44D967A-166C-31F6-F700-EE5F5DC413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0796" y="4157018"/>
            <a:ext cx="18347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eaLnBrk="1" hangingPunct="1"/>
            <a:r>
              <a:rPr lang="es-ES_tradnl" altLang="es-EC" sz="2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2026-08-06</a:t>
            </a:r>
          </a:p>
        </p:txBody>
      </p:sp>
    </p:spTree>
    <p:extLst>
      <p:ext uri="{BB962C8B-B14F-4D97-AF65-F5344CB8AC3E}">
        <p14:creationId xmlns:p14="http://schemas.microsoft.com/office/powerpoint/2010/main" val="30834456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125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25" accel="100000" fill="hold">
                                          <p:stCondLst>
                                            <p:cond delay="1125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EE732F-CD57-9CE7-C36B-5B0EEEC37DEB}"/>
              </a:ext>
            </a:extLst>
          </p:cNvPr>
          <p:cNvSpPr txBox="1"/>
          <p:nvPr/>
        </p:nvSpPr>
        <p:spPr>
          <a:xfrm>
            <a:off x="5591175" y="4589463"/>
            <a:ext cx="7105650" cy="1108075"/>
          </a:xfrm>
          <a:prstGeom prst="rect">
            <a:avLst/>
          </a:prstGeom>
          <a:noFill/>
        </p:spPr>
        <p:txBody>
          <a:bodyPr lIns="91428" tIns="45713" rIns="91428" bIns="45713">
            <a:spAutoFit/>
          </a:bodyPr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6600" b="1" dirty="0">
                <a:solidFill>
                  <a:schemeClr val="accent1"/>
                </a:solidFill>
                <a:latin typeface="Arial" panose="020B06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muchas </a:t>
            </a:r>
            <a:r>
              <a:rPr lang="es-ES_tradnl" sz="6600" b="1" dirty="0">
                <a:solidFill>
                  <a:schemeClr val="accent5"/>
                </a:solidFill>
                <a:latin typeface="Arial" panose="020B06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gracias</a:t>
            </a:r>
          </a:p>
        </p:txBody>
      </p:sp>
      <p:grpSp>
        <p:nvGrpSpPr>
          <p:cNvPr id="19459" name="Group 3">
            <a:extLst>
              <a:ext uri="{FF2B5EF4-FFF2-40B4-BE49-F238E27FC236}">
                <a16:creationId xmlns:a16="http://schemas.microsoft.com/office/drawing/2014/main" id="{70240CB1-EDE2-6460-CA51-3518B046F24D}"/>
              </a:ext>
            </a:extLst>
          </p:cNvPr>
          <p:cNvGrpSpPr>
            <a:grpSpLocks/>
          </p:cNvGrpSpPr>
          <p:nvPr/>
        </p:nvGrpSpPr>
        <p:grpSpPr bwMode="auto">
          <a:xfrm>
            <a:off x="5510213" y="4457700"/>
            <a:ext cx="685800" cy="685800"/>
            <a:chOff x="6324600" y="4114799"/>
            <a:chExt cx="685800" cy="6858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CD5A81DE-AE5A-ACCF-EA3E-3612F71FD2E4}"/>
                </a:ext>
              </a:extLst>
            </p:cNvPr>
            <p:cNvCxnSpPr/>
            <p:nvPr/>
          </p:nvCxnSpPr>
          <p:spPr>
            <a:xfrm flipV="1">
              <a:off x="6324600" y="4114799"/>
              <a:ext cx="0" cy="685800"/>
            </a:xfrm>
            <a:prstGeom prst="line">
              <a:avLst/>
            </a:prstGeom>
            <a:ln w="38100" cap="sq">
              <a:solidFill>
                <a:schemeClr val="accent1"/>
              </a:solidFill>
              <a:bevel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CD76D69-01EB-A25B-38E5-5630DA12AF52}"/>
                </a:ext>
              </a:extLst>
            </p:cNvPr>
            <p:cNvCxnSpPr/>
            <p:nvPr/>
          </p:nvCxnSpPr>
          <p:spPr>
            <a:xfrm>
              <a:off x="6324600" y="4114799"/>
              <a:ext cx="685800" cy="0"/>
            </a:xfrm>
            <a:prstGeom prst="line">
              <a:avLst/>
            </a:prstGeom>
            <a:ln w="38100" cap="sq">
              <a:solidFill>
                <a:schemeClr val="accent1"/>
              </a:solidFill>
              <a:bevel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460" name="Group 7">
            <a:extLst>
              <a:ext uri="{FF2B5EF4-FFF2-40B4-BE49-F238E27FC236}">
                <a16:creationId xmlns:a16="http://schemas.microsoft.com/office/drawing/2014/main" id="{7F4A7A43-4863-B804-7E07-BCF6F96F5731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12011025" y="5143500"/>
            <a:ext cx="685800" cy="685800"/>
            <a:chOff x="6324600" y="4114799"/>
            <a:chExt cx="685800" cy="6858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86CD4AD-5EF7-72C1-C642-4867E97F5928}"/>
                </a:ext>
              </a:extLst>
            </p:cNvPr>
            <p:cNvCxnSpPr/>
            <p:nvPr/>
          </p:nvCxnSpPr>
          <p:spPr>
            <a:xfrm flipV="1">
              <a:off x="6324600" y="4114799"/>
              <a:ext cx="0" cy="685800"/>
            </a:xfrm>
            <a:prstGeom prst="line">
              <a:avLst/>
            </a:prstGeom>
            <a:ln w="38100" cap="sq">
              <a:solidFill>
                <a:schemeClr val="accent1"/>
              </a:solidFill>
              <a:bevel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6ED4AE-D309-1F60-389A-871377D076ED}"/>
                </a:ext>
              </a:extLst>
            </p:cNvPr>
            <p:cNvCxnSpPr/>
            <p:nvPr/>
          </p:nvCxnSpPr>
          <p:spPr>
            <a:xfrm>
              <a:off x="6324600" y="4114799"/>
              <a:ext cx="685800" cy="0"/>
            </a:xfrm>
            <a:prstGeom prst="line">
              <a:avLst/>
            </a:prstGeom>
            <a:ln w="38100" cap="sq">
              <a:solidFill>
                <a:schemeClr val="accent1"/>
              </a:solidFill>
              <a:bevel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EAM SLIDES">
  <a:themeElements>
    <a:clrScheme name="UNIR">
      <a:dk1>
        <a:srgbClr val="0C0B0B"/>
      </a:dk1>
      <a:lt1>
        <a:srgbClr val="FFFFFF"/>
      </a:lt1>
      <a:dk2>
        <a:srgbClr val="858591"/>
      </a:dk2>
      <a:lt2>
        <a:srgbClr val="F2F2F5"/>
      </a:lt2>
      <a:accent1>
        <a:srgbClr val="219BC3"/>
      </a:accent1>
      <a:accent2>
        <a:srgbClr val="C0C0C8"/>
      </a:accent2>
      <a:accent3>
        <a:srgbClr val="219BC3"/>
      </a:accent3>
      <a:accent4>
        <a:srgbClr val="FFFFFF"/>
      </a:accent4>
      <a:accent5>
        <a:srgbClr val="00566C"/>
      </a:accent5>
      <a:accent6>
        <a:srgbClr val="00566C"/>
      </a:accent6>
      <a:hlink>
        <a:srgbClr val="00566C"/>
      </a:hlink>
      <a:folHlink>
        <a:srgbClr val="1E98CC"/>
      </a:folHlink>
    </a:clrScheme>
    <a:fontScheme name="Ángulos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>
        <a:spAutoFit/>
      </a:bodyPr>
      <a:lstStyle>
        <a:defPPr>
          <a:defRPr sz="3200" dirty="0" err="1">
            <a:solidFill>
              <a:schemeClr val="tx2"/>
            </a:solidFill>
            <a:latin typeface="+mj-lt"/>
          </a:defRPr>
        </a:defPPr>
      </a:lstStyle>
    </a:spDef>
    <a:lnDef>
      <a:spPr>
        <a:ln w="25400" cap="sq">
          <a:solidFill>
            <a:schemeClr val="accent2"/>
          </a:solidFill>
          <a:bevel/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AM SLIDES">
  <a:themeElements>
    <a:clrScheme name="UNIR">
      <a:dk1>
        <a:srgbClr val="0C0B0B"/>
      </a:dk1>
      <a:lt1>
        <a:srgbClr val="FFFFFF"/>
      </a:lt1>
      <a:dk2>
        <a:srgbClr val="858591"/>
      </a:dk2>
      <a:lt2>
        <a:srgbClr val="F2F2F5"/>
      </a:lt2>
      <a:accent1>
        <a:srgbClr val="219BC3"/>
      </a:accent1>
      <a:accent2>
        <a:srgbClr val="C0C0C8"/>
      </a:accent2>
      <a:accent3>
        <a:srgbClr val="219BC3"/>
      </a:accent3>
      <a:accent4>
        <a:srgbClr val="FFFFFF"/>
      </a:accent4>
      <a:accent5>
        <a:srgbClr val="00566C"/>
      </a:accent5>
      <a:accent6>
        <a:srgbClr val="00566C"/>
      </a:accent6>
      <a:hlink>
        <a:srgbClr val="00566C"/>
      </a:hlink>
      <a:folHlink>
        <a:srgbClr val="1E98CC"/>
      </a:folHlink>
    </a:clrScheme>
    <a:fontScheme name="Ángulos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>
        <a:spAutoFit/>
      </a:bodyPr>
      <a:lstStyle>
        <a:defPPr>
          <a:defRPr sz="3200" dirty="0" err="1">
            <a:solidFill>
              <a:schemeClr val="tx2"/>
            </a:solidFill>
            <a:latin typeface="+mj-lt"/>
          </a:defRPr>
        </a:defPPr>
      </a:lstStyle>
    </a:spDef>
    <a:lnDef>
      <a:spPr>
        <a:ln w="25400" cap="sq">
          <a:solidFill>
            <a:schemeClr val="accent2"/>
          </a:solidFill>
          <a:bevel/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3E1C0FC74B3174194FF149F9456036A" ma:contentTypeVersion="14" ma:contentTypeDescription="Create a new document." ma:contentTypeScope="" ma:versionID="123c87ef37ea3b34b9928378b738f01d">
  <xsd:schema xmlns:xsd="http://www.w3.org/2001/XMLSchema" xmlns:xs="http://www.w3.org/2001/XMLSchema" xmlns:p="http://schemas.microsoft.com/office/2006/metadata/properties" xmlns:ns3="a6642f6d-5081-4791-b9e2-ba520a08f6f9" xmlns:ns4="2a878932-0fea-4e49-8237-6613bb282416" targetNamespace="http://schemas.microsoft.com/office/2006/metadata/properties" ma:root="true" ma:fieldsID="544dda0ad1fdbda5ed594a51a2fd38e4" ns3:_="" ns4:_="">
    <xsd:import namespace="a6642f6d-5081-4791-b9e2-ba520a08f6f9"/>
    <xsd:import namespace="2a878932-0fea-4e49-8237-6613bb28241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642f6d-5081-4791-b9e2-ba520a08f6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878932-0fea-4e49-8237-6613bb28241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A110C50-9D6E-492A-BD44-170BEC25D3D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576DE1C-5911-4098-B3AC-2B148B57F20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6642f6d-5081-4791-b9e2-ba520a08f6f9"/>
    <ds:schemaRef ds:uri="2a878932-0fea-4e49-8237-6613bb28241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661AFDB-5B1F-4FAF-A547-89ADE1EE951F}">
  <ds:schemaRefs>
    <ds:schemaRef ds:uri="http://purl.org/dc/elements/1.1/"/>
    <ds:schemaRef ds:uri="a6642f6d-5081-4791-b9e2-ba520a08f6f9"/>
    <ds:schemaRef ds:uri="http://purl.org/dc/terms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2a878932-0fea-4e49-8237-6613bb282416"/>
    <ds:schemaRef ds:uri="http://purl.org/dc/dcmitype/"/>
    <ds:schemaRef ds:uri="http://schemas.microsoft.com/office/2006/metadata/propertie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15166</TotalTime>
  <Words>348</Words>
  <Application>Microsoft Office PowerPoint</Application>
  <PresentationFormat>Personalizado</PresentationFormat>
  <Paragraphs>45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7</vt:i4>
      </vt:variant>
    </vt:vector>
  </HeadingPairs>
  <TitlesOfParts>
    <vt:vector size="17" baseType="lpstr">
      <vt:lpstr>Arial</vt:lpstr>
      <vt:lpstr>Calibri</vt:lpstr>
      <vt:lpstr>Courier New</vt:lpstr>
      <vt:lpstr>Franklin Gothic Book</vt:lpstr>
      <vt:lpstr>Franklin Gothic Medium</vt:lpstr>
      <vt:lpstr>Lucida Grande</vt:lpstr>
      <vt:lpstr>Mona Sans VF</vt:lpstr>
      <vt:lpstr>Wingdings</vt:lpstr>
      <vt:lpstr>TEAM SLIDES</vt:lpstr>
      <vt:lpstr>1_TEAM SLIDES</vt:lpstr>
      <vt:lpstr>Presentación de PowerPoint</vt:lpstr>
      <vt:lpstr>Presentación de PowerPoint</vt:lpstr>
      <vt:lpstr>Apartado 01 Contexto del problema</vt:lpstr>
      <vt:lpstr>Apartado 02 Objetivo y solución</vt:lpstr>
      <vt:lpstr>Apartado 03 Enfoque utilizado</vt:lpstr>
      <vt:lpstr>Apartado 04 Próximos pasos</vt:lpstr>
      <vt:lpstr>Presentación de PowerPoint</vt:lpstr>
    </vt:vector>
  </TitlesOfParts>
  <Manager/>
  <Company>unir.net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UNIR</dc:creator>
  <cp:keywords/>
  <dc:description/>
  <cp:lastModifiedBy>Miguel Estiven Urgiles Andrade</cp:lastModifiedBy>
  <cp:revision>1295</cp:revision>
  <dcterms:created xsi:type="dcterms:W3CDTF">2015-01-20T11:47:48Z</dcterms:created>
  <dcterms:modified xsi:type="dcterms:W3CDTF">2026-07-03T05:48:57Z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0x010100A3E1C0FC74B3174194FF149F9456036A</vt:lpwstr>
  </property>
</Properties>
</file>